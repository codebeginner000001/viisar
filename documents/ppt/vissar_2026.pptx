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(Neenva)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refreshable display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accessible STEM learning suite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Beyond. Step Ahead.</a:t>
            </a:r>
            <a:endParaRPr lang="en-US" sz="1600" dirty="0"/>
          </a:p>
        </p:txBody>
      </p:sp>
      <p:pic>
        <p:nvPicPr>
          <p:cNvPr id="7" name="Image 0" descr="/mnt/data/generate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754380"/>
            <a:ext cx="7498080" cy="5623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035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is visual. Current access tools are not.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 students lack an affordable, scalable way to understand the visual–spatial foundations of STEM (graphs, geometry, diagrams, equations).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6629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learning increases cognitive load and fails for spatial concepts.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Braille is slow to produce, expensive, and limited for diagrams/graphics.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refreshable tactile displays are often prohibitively expensive for most schools and families.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55280" y="960120"/>
            <a:ext cx="3840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PHOTO-2025-06-14-22-49-04.jpg">    </p:cNvPr>
          <p:cNvPicPr>
            <a:picLocks noChangeAspect="1"/>
          </p:cNvPicPr>
          <p:nvPr/>
        </p:nvPicPr>
        <p:blipFill>
          <a:blip r:embed="rId1"/>
          <a:srcRect l="5164" r="5164" t="0" b="0"/>
          <a:stretch/>
        </p:blipFill>
        <p:spPr>
          <a:xfrm>
            <a:off x="8001000" y="1024128"/>
            <a:ext cx="3749040" cy="5175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STEM is hard with Braille &amp; audio-only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Braille is powerful for text—STEM needs spatial representation.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6675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Braille cells encode characters linearly; graphs/geometry require a 2D tactile surface.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Braille (e.g., Nemeth) adds extra rules &amp; formatting—hard to learn and teach at scale.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tools cannot replace touch for shapes, diagrams, coordinate planes, and graphs.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0" y="960120"/>
            <a:ext cx="4480560" cy="5577840"/>
          </a:xfrm>
          <a:prstGeom prst="roundRect">
            <a:avLst/>
          </a:prstGeom>
          <a:solidFill>
            <a:srgbClr val="F7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mnt/data/PHOTO-2025-04-11-00-30-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130092"/>
            <a:ext cx="4206240" cy="32378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= Tactile hardware + accessible app + AI feedback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0189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3301898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26618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Refreshable Display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266181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refreshable pin-matrix surface that renders shapes, graphs, and geometry so students can “feel” STEM concepts.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4898" y="1828800"/>
            <a:ext cx="330189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4898" y="1828800"/>
            <a:ext cx="3301898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938" y="2148840"/>
            <a:ext cx="26618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Mobile App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64938" y="2651760"/>
            <a:ext cx="266181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TalkBack-first learning modules: concepts, study material, quizzes, and practice—designed for independent use.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8277" y="1828800"/>
            <a:ext cx="330189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8277" y="1828800"/>
            <a:ext cx="3301898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8317" y="2148840"/>
            <a:ext cx="26618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Guidance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8317" y="2651760"/>
            <a:ext cx="266181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feedback and adaptive learning paths to reinforce understanding, reduce dependency, and improve outcomes.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145743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572000"/>
            <a:ext cx="11457432" cy="109728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823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Braille-optional STEM learning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5102352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graphics + guided audio + interactive practice, built for independent use in low-resource classrooms.</a:t>
            </a:r>
            <a:endParaRPr lang="en-US" sz="1400" dirty="0"/>
          </a:p>
        </p:txBody>
      </p:sp>
      <p:pic>
        <p:nvPicPr>
          <p:cNvPr id="22" name="Image 0" descr="/mnt/data/PHOTO-2025-06-14-22-49-04.jpg">    </p:cNvPr>
          <p:cNvPicPr>
            <a:picLocks noChangeAspect="1"/>
          </p:cNvPicPr>
          <p:nvPr/>
        </p:nvPicPr>
        <p:blipFill>
          <a:blip r:embed="rId1"/>
          <a:srcRect l="0" r="0" t="31824" b="31824"/>
          <a:stretch/>
        </p:blipFill>
        <p:spPr>
          <a:xfrm>
            <a:off x="8778240" y="4736592"/>
            <a:ext cx="3291840" cy="14813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Bluetooth-connected app drives a tactile pin-matrix via ESP32 + solenoid drivers.</a:t>
            </a:r>
            <a:endParaRPr lang="en-US" sz="2000" dirty="0"/>
          </a:p>
        </p:txBody>
      </p:sp>
      <p:pic>
        <p:nvPicPr>
          <p:cNvPr id="6" name="Image 0" descr="/mnt/data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0399" y="1554480"/>
            <a:ext cx="6859675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Refreshable Tactile Display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battery-powered, scalable pin matrix for tactile graphics.</a:t>
            </a:r>
            <a:endParaRPr lang="en-US" sz="2200" dirty="0"/>
          </a:p>
        </p:txBody>
      </p:sp>
      <p:pic>
        <p:nvPicPr>
          <p:cNvPr id="6" name="Image 0" descr="/mnt/data/generate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" y="1508760"/>
            <a:ext cx="67056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50876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4108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41080" y="2286000"/>
            <a:ext cx="3246120" cy="1205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actuators for refreshable pins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 + driver array scaling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form factor with battery power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Repairable, modular, locally manufacturable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Suite (App)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design: TalkBack-first, offline-friendly, multilingual.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760720" cy="4937760"/>
          </a:xfrm>
          <a:prstGeom prst="roundRect">
            <a:avLst/>
          </a:prstGeom>
          <a:solidFill>
            <a:srgbClr val="F7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PHOTO-2025-06-14-22-49-04.jpg">    </p:cNvPr>
          <p:cNvPicPr>
            <a:picLocks noChangeAspect="1"/>
          </p:cNvPicPr>
          <p:nvPr/>
        </p:nvPicPr>
        <p:blipFill>
          <a:blip r:embed="rId1"/>
          <a:srcRect l="0" r="0" t="15569" b="15569"/>
          <a:stretch/>
        </p:blipFill>
        <p:spPr>
          <a:xfrm>
            <a:off x="822960" y="1691640"/>
            <a:ext cx="557784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0" y="1600200"/>
            <a:ext cx="5422392" cy="4937760"/>
          </a:xfrm>
          <a:prstGeom prst="roundRect">
            <a:avLst/>
          </a:prstGeom>
          <a:solidFill>
            <a:srgbClr val="F7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95160" y="2240280"/>
            <a:ext cx="5029200" cy="1614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STEM modules (concepts + guided practice)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geometry &amp; math with tactile tracing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audio feedback &amp; adaptive support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compatibility + voice navigation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for low-connectivity schools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for broader adoption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&amp; Outcomes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explanation → tactile understanding → independent practice.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993392"/>
            <a:ext cx="475488" cy="384048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concept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accessible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2968" y="2542032"/>
            <a:ext cx="192024" cy="219456"/>
          </a:xfrm>
          <a:prstGeom prst="rightArrow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8288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993392"/>
            <a:ext cx="475488" cy="384048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2011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2377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pins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shape/graph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2542032"/>
            <a:ext cx="192024" cy="219456"/>
          </a:xfrm>
          <a:prstGeom prst="rightArrow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1993392"/>
            <a:ext cx="475488" cy="384048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geometry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42248" y="2542032"/>
            <a:ext cx="192024" cy="219456"/>
          </a:xfrm>
          <a:prstGeom prst="rightArrow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8288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17152" y="1993392"/>
            <a:ext cx="475488" cy="384048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38360" y="2011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38360" y="23774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feedback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learning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1145743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1148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10972800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understanding of geometry, graphs, and diagrams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dependence on interpreters and expensive tactile books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retention through touch + audio reinforcement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confidence and readiness for higher education and STEM careers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institutions first, then families.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669280" cy="4434840"/>
          </a:xfrm>
          <a:prstGeom prst="roundRect">
            <a:avLst/>
          </a:prstGeom>
          <a:solidFill>
            <a:srgbClr val="F7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5349240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for the visually impaired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associations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education institutions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working professionals (B2C)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1600200"/>
            <a:ext cx="5513832" cy="4434840"/>
          </a:xfrm>
          <a:prstGeom prst="roundRect">
            <a:avLst/>
          </a:prstGeom>
          <a:solidFill>
            <a:srgbClr val="F7F7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8745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240280"/>
            <a:ext cx="5257800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one-time device purchase (institutional &amp; retail)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freemium → subscription tiers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deployment: bulk orders + training + support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content partnerships and curriculum licensing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6172200"/>
            <a:ext cx="11457432" cy="5486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tactile STEM access affordable and scalable through low-cost components + local manufacturing.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611880" cy="20116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645920"/>
            <a:ext cx="3611880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partner NGOs/schools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611880" cy="20116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645920"/>
            <a:ext cx="3611880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3317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manufacturing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reduce device cost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611880" cy="20116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0" y="1645920"/>
            <a:ext cx="3611880" cy="128016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233172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rollout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(B2B → B2C)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1457432" cy="233172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062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5720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 (schools/NGOs) for scaled trials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manufacturing guidance + cost-down strategy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mentorship for productization and distribution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ViiSar (Neenva) — Accessible STEM, made tactile.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ViiSar / Neenva</dc:creator>
  <cp:lastModifiedBy>ViiSar / Neenva</cp:lastModifiedBy>
  <cp:revision>1</cp:revision>
  <dcterms:created xsi:type="dcterms:W3CDTF">2026-02-16T17:41:29Z</dcterms:created>
  <dcterms:modified xsi:type="dcterms:W3CDTF">2026-02-16T17:41:29Z</dcterms:modified>
</cp:coreProperties>
</file>