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6" r:id="rId5"/>
    <p:sldMasterId id="2147483717" r:id="rId6"/>
    <p:sldMasterId id="2147483718" r:id="rId7"/>
    <p:sldMasterId id="2147483719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y="5143500" cx="9144000"/>
  <p:notesSz cx="6858000" cy="9144000"/>
  <p:embeddedFontLst>
    <p:embeddedFont>
      <p:font typeface="Krona One"/>
      <p:regular r:id="rId29"/>
    </p:embeddedFont>
    <p:embeddedFont>
      <p:font typeface="League Spartan"/>
      <p:regular r:id="rId30"/>
      <p:bold r:id="rId31"/>
    </p:embeddedFont>
    <p:embeddedFont>
      <p:font typeface="Catamaran"/>
      <p:regular r:id="rId32"/>
      <p:bold r:id="rId33"/>
    </p:embeddedFont>
    <p:embeddedFont>
      <p:font typeface="Hanken Grotesk"/>
      <p:regular r:id="rId34"/>
      <p:bold r:id="rId35"/>
      <p:italic r:id="rId36"/>
      <p:boldItalic r:id="rId37"/>
    </p:embeddedFont>
    <p:embeddedFont>
      <p:font typeface="Roboto Medium"/>
      <p:regular r:id="rId38"/>
      <p:bold r:id="rId39"/>
      <p:italic r:id="rId40"/>
      <p:boldItalic r:id="rId41"/>
    </p:embeddedFont>
    <p:embeddedFont>
      <p:font typeface="Inter"/>
      <p:regular r:id="rId42"/>
      <p:bold r:id="rId43"/>
      <p:italic r:id="rId44"/>
      <p:boldItalic r:id="rId45"/>
    </p:embeddedFont>
    <p:embeddedFont>
      <p:font typeface="Roboto Light"/>
      <p:regular r:id="rId46"/>
      <p:bold r:id="rId47"/>
      <p:italic r:id="rId48"/>
      <p:boldItalic r:id="rId49"/>
    </p:embeddedFont>
    <p:embeddedFont>
      <p:font typeface="Helvetica Neue"/>
      <p:regular r:id="rId50"/>
      <p:bold r:id="rId51"/>
      <p:italic r:id="rId52"/>
      <p:boldItalic r:id="rId53"/>
    </p:embeddedFont>
    <p:embeddedFont>
      <p:font typeface="Space Grotesk SemiBold"/>
      <p:regular r:id="rId54"/>
      <p:bold r:id="rId55"/>
    </p:embeddedFont>
    <p:embeddedFont>
      <p:font typeface="Space Grotesk"/>
      <p:regular r:id="rId56"/>
      <p:bold r:id="rId57"/>
    </p:embeddedFont>
    <p:embeddedFont>
      <p:font typeface="Play"/>
      <p:regular r:id="rId58"/>
      <p:bold r:id="rId59"/>
    </p:embeddedFont>
    <p:embeddedFont>
      <p:font typeface="Roboto"/>
      <p:regular r:id="rId60"/>
      <p:bold r:id="rId61"/>
      <p:italic r:id="rId62"/>
      <p:boldItalic r:id="rId63"/>
    </p:embeddedFont>
    <p:embeddedFont>
      <p:font typeface="Lobster"/>
      <p:regular r:id="rId64"/>
    </p:embeddedFont>
    <p:embeddedFont>
      <p:font typeface="Montserrat"/>
      <p:regular r:id="rId65"/>
      <p:bold r:id="rId66"/>
      <p:italic r:id="rId67"/>
      <p:boldItalic r:id="rId68"/>
    </p:embeddedFont>
    <p:embeddedFont>
      <p:font typeface="Poppins"/>
      <p:regular r:id="rId69"/>
      <p:bold r:id="rId70"/>
      <p:italic r:id="rId71"/>
      <p:boldItalic r:id="rId72"/>
    </p:embeddedFont>
    <p:embeddedFont>
      <p:font typeface="Lato Light"/>
      <p:regular r:id="rId73"/>
      <p:bold r:id="rId74"/>
      <p:italic r:id="rId75"/>
      <p:boldItalic r:id="rId76"/>
    </p:embeddedFont>
    <p:embeddedFont>
      <p:font typeface="Open Sans Medium"/>
      <p:regular r:id="rId77"/>
      <p:bold r:id="rId78"/>
      <p:italic r:id="rId79"/>
      <p:boldItalic r:id="rId80"/>
    </p:embeddedFont>
    <p:embeddedFont>
      <p:font typeface="Inter Medium"/>
      <p:regular r:id="rId81"/>
      <p:bold r:id="rId82"/>
      <p:italic r:id="rId83"/>
      <p:boldItalic r:id="rId8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3B8881-6394-47D4-A221-AB9EB9F58A19}">
  <a:tblStyle styleId="{233B8881-6394-47D4-A221-AB9EB9F58A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italic.fntdata"/><Relationship Id="rId84" Type="http://schemas.openxmlformats.org/officeDocument/2006/relationships/font" Target="fonts/InterMedium-boldItalic.fntdata"/><Relationship Id="rId83" Type="http://schemas.openxmlformats.org/officeDocument/2006/relationships/font" Target="fonts/InterMedium-italic.fntdata"/><Relationship Id="rId42" Type="http://schemas.openxmlformats.org/officeDocument/2006/relationships/font" Target="fonts/Inter-regular.fntdata"/><Relationship Id="rId41" Type="http://schemas.openxmlformats.org/officeDocument/2006/relationships/font" Target="fonts/RobotoMedium-boldItalic.fntdata"/><Relationship Id="rId44" Type="http://schemas.openxmlformats.org/officeDocument/2006/relationships/font" Target="fonts/Inter-italic.fntdata"/><Relationship Id="rId43" Type="http://schemas.openxmlformats.org/officeDocument/2006/relationships/font" Target="fonts/Inter-bold.fntdata"/><Relationship Id="rId46" Type="http://schemas.openxmlformats.org/officeDocument/2006/relationships/font" Target="fonts/RobotoLight-regular.fntdata"/><Relationship Id="rId45" Type="http://schemas.openxmlformats.org/officeDocument/2006/relationships/font" Target="fonts/Inter-boldItalic.fntdata"/><Relationship Id="rId80" Type="http://schemas.openxmlformats.org/officeDocument/2006/relationships/font" Target="fonts/OpenSansMedium-boldItalic.fntdata"/><Relationship Id="rId82" Type="http://schemas.openxmlformats.org/officeDocument/2006/relationships/font" Target="fonts/InterMedium-bold.fntdata"/><Relationship Id="rId81" Type="http://schemas.openxmlformats.org/officeDocument/2006/relationships/font" Target="fonts/Inter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font" Target="fonts/RobotoLight-italic.fntdata"/><Relationship Id="rId47" Type="http://schemas.openxmlformats.org/officeDocument/2006/relationships/font" Target="fonts/RobotoLight-bold.fntdata"/><Relationship Id="rId49" Type="http://schemas.openxmlformats.org/officeDocument/2006/relationships/font" Target="fonts/RobotoLight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font" Target="fonts/LatoLight-regular.fntdata"/><Relationship Id="rId72" Type="http://schemas.openxmlformats.org/officeDocument/2006/relationships/font" Target="fonts/Poppins-boldItalic.fntdata"/><Relationship Id="rId31" Type="http://schemas.openxmlformats.org/officeDocument/2006/relationships/font" Target="fonts/LeagueSpartan-bold.fntdata"/><Relationship Id="rId75" Type="http://schemas.openxmlformats.org/officeDocument/2006/relationships/font" Target="fonts/LatoLight-italic.fntdata"/><Relationship Id="rId30" Type="http://schemas.openxmlformats.org/officeDocument/2006/relationships/font" Target="fonts/LeagueSpartan-regular.fntdata"/><Relationship Id="rId74" Type="http://schemas.openxmlformats.org/officeDocument/2006/relationships/font" Target="fonts/LatoLight-bold.fntdata"/><Relationship Id="rId33" Type="http://schemas.openxmlformats.org/officeDocument/2006/relationships/font" Target="fonts/Catamaran-bold.fntdata"/><Relationship Id="rId77" Type="http://schemas.openxmlformats.org/officeDocument/2006/relationships/font" Target="fonts/OpenSansMedium-regular.fntdata"/><Relationship Id="rId32" Type="http://schemas.openxmlformats.org/officeDocument/2006/relationships/font" Target="fonts/Catamaran-regular.fntdata"/><Relationship Id="rId76" Type="http://schemas.openxmlformats.org/officeDocument/2006/relationships/font" Target="fonts/LatoLight-boldItalic.fntdata"/><Relationship Id="rId35" Type="http://schemas.openxmlformats.org/officeDocument/2006/relationships/font" Target="fonts/HankenGrotesk-bold.fntdata"/><Relationship Id="rId79" Type="http://schemas.openxmlformats.org/officeDocument/2006/relationships/font" Target="fonts/OpenSansMedium-italic.fntdata"/><Relationship Id="rId34" Type="http://schemas.openxmlformats.org/officeDocument/2006/relationships/font" Target="fonts/HankenGrotesk-regular.fntdata"/><Relationship Id="rId78" Type="http://schemas.openxmlformats.org/officeDocument/2006/relationships/font" Target="fonts/OpenSansMedium-bold.fntdata"/><Relationship Id="rId71" Type="http://schemas.openxmlformats.org/officeDocument/2006/relationships/font" Target="fonts/Poppins-italic.fntdata"/><Relationship Id="rId70" Type="http://schemas.openxmlformats.org/officeDocument/2006/relationships/font" Target="fonts/Poppins-bold.fntdata"/><Relationship Id="rId37" Type="http://schemas.openxmlformats.org/officeDocument/2006/relationships/font" Target="fonts/HankenGrotesk-boldItalic.fntdata"/><Relationship Id="rId36" Type="http://schemas.openxmlformats.org/officeDocument/2006/relationships/font" Target="fonts/HankenGrotesk-italic.fntdata"/><Relationship Id="rId39" Type="http://schemas.openxmlformats.org/officeDocument/2006/relationships/font" Target="fonts/RobotoMedium-bold.fntdata"/><Relationship Id="rId38" Type="http://schemas.openxmlformats.org/officeDocument/2006/relationships/font" Target="fonts/RobotoMedium-regular.fntdata"/><Relationship Id="rId62" Type="http://schemas.openxmlformats.org/officeDocument/2006/relationships/font" Target="fonts/Roboto-italic.fntdata"/><Relationship Id="rId61" Type="http://schemas.openxmlformats.org/officeDocument/2006/relationships/font" Target="fonts/Roboto-bold.fntdata"/><Relationship Id="rId20" Type="http://schemas.openxmlformats.org/officeDocument/2006/relationships/slide" Target="slides/slide11.xml"/><Relationship Id="rId64" Type="http://schemas.openxmlformats.org/officeDocument/2006/relationships/font" Target="fonts/Lobster-regular.fntdata"/><Relationship Id="rId63" Type="http://schemas.openxmlformats.org/officeDocument/2006/relationships/font" Target="fonts/Roboto-boldItalic.fntdata"/><Relationship Id="rId22" Type="http://schemas.openxmlformats.org/officeDocument/2006/relationships/slide" Target="slides/slide13.xml"/><Relationship Id="rId66" Type="http://schemas.openxmlformats.org/officeDocument/2006/relationships/font" Target="fonts/Montserrat-bold.fntdata"/><Relationship Id="rId21" Type="http://schemas.openxmlformats.org/officeDocument/2006/relationships/slide" Target="slides/slide12.xml"/><Relationship Id="rId65" Type="http://schemas.openxmlformats.org/officeDocument/2006/relationships/font" Target="fonts/Montserrat-regular.fntdata"/><Relationship Id="rId24" Type="http://schemas.openxmlformats.org/officeDocument/2006/relationships/slide" Target="slides/slide15.xml"/><Relationship Id="rId68" Type="http://schemas.openxmlformats.org/officeDocument/2006/relationships/font" Target="fonts/Montserrat-boldItalic.fntdata"/><Relationship Id="rId23" Type="http://schemas.openxmlformats.org/officeDocument/2006/relationships/slide" Target="slides/slide14.xml"/><Relationship Id="rId67" Type="http://schemas.openxmlformats.org/officeDocument/2006/relationships/font" Target="fonts/Montserrat-italic.fntdata"/><Relationship Id="rId60" Type="http://schemas.openxmlformats.org/officeDocument/2006/relationships/font" Target="fonts/Roboto-regular.fntdata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69" Type="http://schemas.openxmlformats.org/officeDocument/2006/relationships/font" Target="fonts/Poppins-regular.fntdata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font" Target="fonts/KronaOne-regular.fntdata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" Target="slides/slide2.xml"/><Relationship Id="rId55" Type="http://schemas.openxmlformats.org/officeDocument/2006/relationships/font" Target="fonts/SpaceGroteskSemiBold-bold.fntdata"/><Relationship Id="rId10" Type="http://schemas.openxmlformats.org/officeDocument/2006/relationships/slide" Target="slides/slide1.xml"/><Relationship Id="rId54" Type="http://schemas.openxmlformats.org/officeDocument/2006/relationships/font" Target="fonts/SpaceGroteskSemiBold-regular.fntdata"/><Relationship Id="rId13" Type="http://schemas.openxmlformats.org/officeDocument/2006/relationships/slide" Target="slides/slide4.xml"/><Relationship Id="rId57" Type="http://schemas.openxmlformats.org/officeDocument/2006/relationships/font" Target="fonts/SpaceGrotesk-bold.fntdata"/><Relationship Id="rId12" Type="http://schemas.openxmlformats.org/officeDocument/2006/relationships/slide" Target="slides/slide3.xml"/><Relationship Id="rId56" Type="http://schemas.openxmlformats.org/officeDocument/2006/relationships/font" Target="fonts/SpaceGrotesk-regular.fntdata"/><Relationship Id="rId15" Type="http://schemas.openxmlformats.org/officeDocument/2006/relationships/slide" Target="slides/slide6.xml"/><Relationship Id="rId59" Type="http://schemas.openxmlformats.org/officeDocument/2006/relationships/font" Target="fonts/Play-bold.fntdata"/><Relationship Id="rId14" Type="http://schemas.openxmlformats.org/officeDocument/2006/relationships/slide" Target="slides/slide5.xml"/><Relationship Id="rId58" Type="http://schemas.openxmlformats.org/officeDocument/2006/relationships/font" Target="fonts/Play-regular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c85c00ebfc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Entered text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1. Who are the users?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   Visually impaired individuals, blind institutions, blind NGOs, and visually disabled schools &amp; schemes.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2. What problems are they facing?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3. What alternatives do they have at present?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   Alternatives include Braille books, audio books, talkback feature, tactile blocks, and abacus.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4. Why will they take your solutions?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  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- Tailored Solutions: eDrishti offers specialized resources and curriculum designed specifically for visually impaired individuals, addressing their unique educational needs.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- Accessibility: Our platform leverages emerging technologies to provide accessible learning materials and software-embedded systems, ensuring equitable access to education for the visually impaired.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- Empowerment: By bridging the gap in visually impaired education, eDrishti empowers individuals to gain confidence, unlock opportunities, and pursue higher learning and meaningful employment.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- Impact: Our solution directly addresses a pressing societal issue, with the potential to transform the lives of millions of visually impaired individuals globally, garnering support and adoption from stakeholders and communities alike.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How much would they invest/pay for your offerings?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On average, they would like to pay $2K-$3K for the hardware product.</a:t>
            </a:r>
            <a:endParaRPr sz="1200"/>
          </a:p>
        </p:txBody>
      </p:sp>
      <p:sp>
        <p:nvSpPr>
          <p:cNvPr id="534" name="Google Shape;534;g2c85c00ebfc_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c917f25eb6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2c917f25eb6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c9255e8c50_0_1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c9255e8c50_0_1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SLIDES_API198306954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SLIDES_API198306954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SLIDES_API6207339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SLIDES_API6207339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c917f25eb6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c917f25eb6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db89f1c2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db89f1c2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709cf00c0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709cf00c0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c917f25eb6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2c917f25eb6_0_15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c917f25eb6_0_1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c917f25eb6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SLIDES_API198306954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SLIDES_API198306954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SLIDES_API70148734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SLIDES_API70148734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c9255e8c50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c9255e8c50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2c917f25eb6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2c917f25eb6_0_15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SLIDES_API127918727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SLIDES_API127918727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c9255e8c5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c9255e8c5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f8e19d18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2f8e19d18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f8e19d18a5_1_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63" name="Google Shape;763;g2f8e19d18a5_1_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SLIDES_API198306954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SLIDES_API198306954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Introduction_Slide_1">
  <p:cSld name="TITLE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32175" y="920625"/>
            <a:ext cx="7679700" cy="726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632175" y="1717350"/>
            <a:ext cx="5520900" cy="265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rtl="0">
              <a:spcBef>
                <a:spcPts val="800"/>
              </a:spcBef>
              <a:spcAft>
                <a:spcPts val="0"/>
              </a:spcAft>
              <a:buSzPts val="1300"/>
              <a:buChar char="•"/>
              <a:defRPr sz="1300"/>
            </a:lvl1pPr>
            <a:lvl2pPr indent="-304800" lvl="1" marL="914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pic>
        <p:nvPicPr>
          <p:cNvPr id="129" name="Google Shape;12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27196" y="475900"/>
            <a:ext cx="374904" cy="37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7871" r="4470" t="0"/>
          <a:stretch/>
        </p:blipFill>
        <p:spPr>
          <a:xfrm rot="5399995">
            <a:off x="5161977" y="1270987"/>
            <a:ext cx="5149824" cy="260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3_1">
  <p:cSld name="Default Slide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" type="subTitle"/>
          </p:nvPr>
        </p:nvSpPr>
        <p:spPr>
          <a:xfrm>
            <a:off x="6595075" y="2305850"/>
            <a:ext cx="2096100" cy="136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type="title"/>
          </p:nvPr>
        </p:nvSpPr>
        <p:spPr>
          <a:xfrm>
            <a:off x="1730850" y="401725"/>
            <a:ext cx="5682300" cy="42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134" name="Google Shape;134;p26"/>
          <p:cNvSpPr txBox="1"/>
          <p:nvPr>
            <p:ph idx="2" type="subTitle"/>
          </p:nvPr>
        </p:nvSpPr>
        <p:spPr>
          <a:xfrm>
            <a:off x="467425" y="1394975"/>
            <a:ext cx="2198400" cy="82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3" type="subTitle"/>
          </p:nvPr>
        </p:nvSpPr>
        <p:spPr>
          <a:xfrm>
            <a:off x="456700" y="3405075"/>
            <a:ext cx="2361600" cy="885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/>
          <p:nvPr/>
        </p:nvSpPr>
        <p:spPr>
          <a:xfrm>
            <a:off x="4097288" y="1312051"/>
            <a:ext cx="2066887" cy="2072038"/>
          </a:xfrm>
          <a:custGeom>
            <a:rect b="b" l="l" r="r" t="t"/>
            <a:pathLst>
              <a:path extrusionOk="0" h="1016" w="958">
                <a:moveTo>
                  <a:pt x="453" y="0"/>
                </a:moveTo>
                <a:cubicBezTo>
                  <a:pt x="367" y="0"/>
                  <a:pt x="286" y="22"/>
                  <a:pt x="215" y="59"/>
                </a:cubicBezTo>
                <a:cubicBezTo>
                  <a:pt x="247" y="76"/>
                  <a:pt x="276" y="96"/>
                  <a:pt x="304" y="119"/>
                </a:cubicBezTo>
                <a:cubicBezTo>
                  <a:pt x="416" y="212"/>
                  <a:pt x="497" y="358"/>
                  <a:pt x="486" y="514"/>
                </a:cubicBezTo>
                <a:cubicBezTo>
                  <a:pt x="480" y="602"/>
                  <a:pt x="481" y="677"/>
                  <a:pt x="410" y="778"/>
                </a:cubicBezTo>
                <a:cubicBezTo>
                  <a:pt x="154" y="1002"/>
                  <a:pt x="0" y="732"/>
                  <a:pt x="0" y="732"/>
                </a:cubicBezTo>
                <a:cubicBezTo>
                  <a:pt x="27" y="877"/>
                  <a:pt x="209" y="960"/>
                  <a:pt x="209" y="960"/>
                </a:cubicBezTo>
                <a:cubicBezTo>
                  <a:pt x="278" y="996"/>
                  <a:pt x="370" y="1016"/>
                  <a:pt x="454" y="1016"/>
                </a:cubicBezTo>
                <a:cubicBezTo>
                  <a:pt x="553" y="1016"/>
                  <a:pt x="644" y="982"/>
                  <a:pt x="722" y="933"/>
                </a:cubicBezTo>
                <a:cubicBezTo>
                  <a:pt x="864" y="843"/>
                  <a:pt x="958" y="685"/>
                  <a:pt x="958" y="505"/>
                </a:cubicBezTo>
                <a:cubicBezTo>
                  <a:pt x="958" y="226"/>
                  <a:pt x="732" y="0"/>
                  <a:pt x="4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54775" lIns="109550" spcFirstLastPara="1" rIns="109550" wrap="square" tIns="54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2979825" y="1320666"/>
            <a:ext cx="2197264" cy="1922987"/>
          </a:xfrm>
          <a:custGeom>
            <a:rect b="b" l="l" r="r" t="t"/>
            <a:pathLst>
              <a:path extrusionOk="0" h="943" w="1018">
                <a:moveTo>
                  <a:pt x="692" y="395"/>
                </a:moveTo>
                <a:cubicBezTo>
                  <a:pt x="692" y="395"/>
                  <a:pt x="694" y="397"/>
                  <a:pt x="694" y="397"/>
                </a:cubicBezTo>
                <a:cubicBezTo>
                  <a:pt x="694" y="397"/>
                  <a:pt x="694" y="397"/>
                  <a:pt x="694" y="397"/>
                </a:cubicBezTo>
                <a:cubicBezTo>
                  <a:pt x="708" y="394"/>
                  <a:pt x="723" y="393"/>
                  <a:pt x="739" y="393"/>
                </a:cubicBezTo>
                <a:cubicBezTo>
                  <a:pt x="868" y="393"/>
                  <a:pt x="972" y="498"/>
                  <a:pt x="972" y="627"/>
                </a:cubicBezTo>
                <a:cubicBezTo>
                  <a:pt x="972" y="706"/>
                  <a:pt x="933" y="776"/>
                  <a:pt x="872" y="818"/>
                </a:cubicBezTo>
                <a:cubicBezTo>
                  <a:pt x="872" y="818"/>
                  <a:pt x="872" y="818"/>
                  <a:pt x="872" y="818"/>
                </a:cubicBezTo>
                <a:cubicBezTo>
                  <a:pt x="891" y="806"/>
                  <a:pt x="911" y="792"/>
                  <a:pt x="931" y="774"/>
                </a:cubicBezTo>
                <a:cubicBezTo>
                  <a:pt x="1002" y="673"/>
                  <a:pt x="1001" y="598"/>
                  <a:pt x="1007" y="510"/>
                </a:cubicBezTo>
                <a:cubicBezTo>
                  <a:pt x="1018" y="354"/>
                  <a:pt x="937" y="208"/>
                  <a:pt x="825" y="115"/>
                </a:cubicBezTo>
                <a:cubicBezTo>
                  <a:pt x="797" y="92"/>
                  <a:pt x="768" y="72"/>
                  <a:pt x="736" y="55"/>
                </a:cubicBezTo>
                <a:cubicBezTo>
                  <a:pt x="735" y="56"/>
                  <a:pt x="735" y="56"/>
                  <a:pt x="735" y="56"/>
                </a:cubicBezTo>
                <a:cubicBezTo>
                  <a:pt x="666" y="20"/>
                  <a:pt x="588" y="0"/>
                  <a:pt x="504" y="0"/>
                </a:cubicBezTo>
                <a:cubicBezTo>
                  <a:pt x="226" y="0"/>
                  <a:pt x="0" y="226"/>
                  <a:pt x="0" y="504"/>
                </a:cubicBezTo>
                <a:cubicBezTo>
                  <a:pt x="0" y="685"/>
                  <a:pt x="95" y="843"/>
                  <a:pt x="237" y="932"/>
                </a:cubicBezTo>
                <a:cubicBezTo>
                  <a:pt x="244" y="936"/>
                  <a:pt x="250" y="940"/>
                  <a:pt x="257" y="943"/>
                </a:cubicBezTo>
                <a:cubicBezTo>
                  <a:pt x="256" y="928"/>
                  <a:pt x="255" y="913"/>
                  <a:pt x="255" y="898"/>
                </a:cubicBezTo>
                <a:cubicBezTo>
                  <a:pt x="255" y="643"/>
                  <a:pt x="449" y="433"/>
                  <a:pt x="692" y="395"/>
                </a:cubicBezTo>
                <a:close/>
                <a:moveTo>
                  <a:pt x="963" y="713"/>
                </a:moveTo>
                <a:cubicBezTo>
                  <a:pt x="963" y="714"/>
                  <a:pt x="963" y="714"/>
                  <a:pt x="963" y="714"/>
                </a:cubicBezTo>
                <a:cubicBezTo>
                  <a:pt x="963" y="714"/>
                  <a:pt x="963" y="713"/>
                  <a:pt x="963" y="7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54775" lIns="109550" spcFirstLastPara="1" rIns="109550" wrap="square" tIns="54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3522899" y="2126219"/>
            <a:ext cx="2201823" cy="2066006"/>
          </a:xfrm>
          <a:custGeom>
            <a:rect b="b" l="l" r="r" t="t"/>
            <a:pathLst>
              <a:path extrusionOk="0" h="1013" w="1020">
                <a:moveTo>
                  <a:pt x="325" y="421"/>
                </a:moveTo>
                <a:cubicBezTo>
                  <a:pt x="325" y="421"/>
                  <a:pt x="249" y="349"/>
                  <a:pt x="249" y="230"/>
                </a:cubicBezTo>
                <a:cubicBezTo>
                  <a:pt x="249" y="116"/>
                  <a:pt x="322" y="34"/>
                  <a:pt x="439" y="2"/>
                </a:cubicBezTo>
                <a:cubicBezTo>
                  <a:pt x="439" y="2"/>
                  <a:pt x="437" y="0"/>
                  <a:pt x="437" y="0"/>
                </a:cubicBezTo>
                <a:cubicBezTo>
                  <a:pt x="194" y="38"/>
                  <a:pt x="0" y="248"/>
                  <a:pt x="0" y="503"/>
                </a:cubicBezTo>
                <a:cubicBezTo>
                  <a:pt x="0" y="785"/>
                  <a:pt x="228" y="1013"/>
                  <a:pt x="510" y="1013"/>
                </a:cubicBezTo>
                <a:cubicBezTo>
                  <a:pt x="792" y="1013"/>
                  <a:pt x="1020" y="785"/>
                  <a:pt x="1020" y="503"/>
                </a:cubicBezTo>
                <a:cubicBezTo>
                  <a:pt x="1020" y="503"/>
                  <a:pt x="679" y="804"/>
                  <a:pt x="325" y="4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t" bIns="54775" lIns="109550" spcFirstLastPara="1" rIns="109550" wrap="square" tIns="54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3437328" y="17374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  <a:endParaRPr b="1" sz="5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5422878" y="2188350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  <a:endParaRPr b="1" sz="5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3969528" y="340507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  <a:endParaRPr b="1" sz="5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/>
          <p:nvPr/>
        </p:nvSpPr>
        <p:spPr>
          <a:xfrm rot="10800000">
            <a:off x="4362600" y="-8325"/>
            <a:ext cx="4781400" cy="2736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/>
          <p:nvPr/>
        </p:nvSpPr>
        <p:spPr>
          <a:xfrm>
            <a:off x="0" y="3933000"/>
            <a:ext cx="2115000" cy="121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7"/>
          <p:cNvSpPr txBox="1"/>
          <p:nvPr>
            <p:ph idx="1" type="subTitle"/>
          </p:nvPr>
        </p:nvSpPr>
        <p:spPr>
          <a:xfrm>
            <a:off x="1543480" y="1998800"/>
            <a:ext cx="18666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7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47" name="Google Shape;147;p27"/>
          <p:cNvSpPr txBox="1"/>
          <p:nvPr>
            <p:ph idx="2" type="subTitle"/>
          </p:nvPr>
        </p:nvSpPr>
        <p:spPr>
          <a:xfrm>
            <a:off x="1543467" y="2959350"/>
            <a:ext cx="2439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8" name="Google Shape;148;p27"/>
          <p:cNvSpPr txBox="1"/>
          <p:nvPr>
            <p:ph idx="3" type="subTitle"/>
          </p:nvPr>
        </p:nvSpPr>
        <p:spPr>
          <a:xfrm>
            <a:off x="5694620" y="1998800"/>
            <a:ext cx="18666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4" type="subTitle"/>
          </p:nvPr>
        </p:nvSpPr>
        <p:spPr>
          <a:xfrm>
            <a:off x="5694633" y="2959350"/>
            <a:ext cx="2439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Introduction_Slide_1">
  <p:cSld name="TITLE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732150" y="1432763"/>
            <a:ext cx="76797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732150" y="2229500"/>
            <a:ext cx="7679700" cy="19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Title_Body_1">
  <p:cSld name="TITLE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30"/>
          <p:cNvSpPr/>
          <p:nvPr>
            <p:ph idx="2" type="pic"/>
          </p:nvPr>
        </p:nvSpPr>
        <p:spPr>
          <a:xfrm>
            <a:off x="5711758" y="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61" name="Google Shape;161;p30"/>
          <p:cNvSpPr txBox="1"/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1" type="subTitle"/>
          </p:nvPr>
        </p:nvSpPr>
        <p:spPr>
          <a:xfrm>
            <a:off x="642700" y="1562500"/>
            <a:ext cx="4337400" cy="19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984">
          <p15:clr>
            <a:srgbClr val="E46962"/>
          </p15:clr>
        </p15:guide>
        <p15:guide id="7" orient="horz" pos="1080">
          <p15:clr>
            <a:srgbClr val="E46962"/>
          </p15:clr>
        </p15:guide>
        <p15:guide id="8" orient="horz" pos="41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Title_Body_2">
  <p:cSld name="TITLE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5" name="Google Shape;165;p31"/>
          <p:cNvSpPr/>
          <p:nvPr>
            <p:ph idx="2" type="pic"/>
          </p:nvPr>
        </p:nvSpPr>
        <p:spPr>
          <a:xfrm>
            <a:off x="0" y="10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66" name="Google Shape;166;p31"/>
          <p:cNvSpPr txBox="1"/>
          <p:nvPr>
            <p:ph idx="1" type="subTitle"/>
          </p:nvPr>
        </p:nvSpPr>
        <p:spPr>
          <a:xfrm>
            <a:off x="4135200" y="1595175"/>
            <a:ext cx="4176600" cy="19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2_1">
  <p:cSld name="TITLE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0" name="Google Shape;170;p32"/>
          <p:cNvSpPr/>
          <p:nvPr>
            <p:ph idx="2" type="pic"/>
          </p:nvPr>
        </p:nvSpPr>
        <p:spPr>
          <a:xfrm>
            <a:off x="0" y="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71" name="Google Shape;171;p32"/>
          <p:cNvSpPr txBox="1"/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2" name="Google Shape;172;p32"/>
          <p:cNvSpPr txBox="1"/>
          <p:nvPr/>
        </p:nvSpPr>
        <p:spPr>
          <a:xfrm>
            <a:off x="4135195" y="17410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3" name="Google Shape;173;p32"/>
          <p:cNvSpPr txBox="1"/>
          <p:nvPr>
            <p:ph idx="1" type="subTitle"/>
          </p:nvPr>
        </p:nvSpPr>
        <p:spPr>
          <a:xfrm>
            <a:off x="4678425" y="16871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4" name="Google Shape;174;p32"/>
          <p:cNvSpPr txBox="1"/>
          <p:nvPr/>
        </p:nvSpPr>
        <p:spPr>
          <a:xfrm>
            <a:off x="4135195" y="27681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5" name="Google Shape;175;p32"/>
          <p:cNvSpPr txBox="1"/>
          <p:nvPr>
            <p:ph idx="3" type="subTitle"/>
          </p:nvPr>
        </p:nvSpPr>
        <p:spPr>
          <a:xfrm>
            <a:off x="4678425" y="27263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2_2">
  <p:cSld name="TITLE_1_1_2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8" name="Google Shape;178;p33"/>
          <p:cNvSpPr/>
          <p:nvPr>
            <p:ph idx="2" type="pic"/>
          </p:nvPr>
        </p:nvSpPr>
        <p:spPr>
          <a:xfrm>
            <a:off x="5711663" y="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79" name="Google Shape;179;p33"/>
          <p:cNvSpPr txBox="1"/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0" name="Google Shape;180;p33"/>
          <p:cNvSpPr txBox="1"/>
          <p:nvPr/>
        </p:nvSpPr>
        <p:spPr>
          <a:xfrm>
            <a:off x="642695" y="17410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81" name="Google Shape;181;p33"/>
          <p:cNvSpPr txBox="1"/>
          <p:nvPr>
            <p:ph idx="1" type="subTitle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82" name="Google Shape;182;p33"/>
          <p:cNvSpPr txBox="1"/>
          <p:nvPr/>
        </p:nvSpPr>
        <p:spPr>
          <a:xfrm>
            <a:off x="642695" y="27681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83" name="Google Shape;183;p33"/>
          <p:cNvSpPr txBox="1"/>
          <p:nvPr>
            <p:ph idx="3" type="subTitle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3_2">
  <p:cSld name="TITLE_1_1_2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34"/>
          <p:cNvSpPr/>
          <p:nvPr>
            <p:ph idx="2" type="pic"/>
          </p:nvPr>
        </p:nvSpPr>
        <p:spPr>
          <a:xfrm>
            <a:off x="5711663" y="10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87" name="Google Shape;187;p34"/>
          <p:cNvSpPr txBox="1"/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8" name="Google Shape;188;p34"/>
          <p:cNvSpPr txBox="1"/>
          <p:nvPr/>
        </p:nvSpPr>
        <p:spPr>
          <a:xfrm>
            <a:off x="642695" y="17410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89" name="Google Shape;189;p34"/>
          <p:cNvSpPr txBox="1"/>
          <p:nvPr>
            <p:ph idx="1" type="subTitle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90" name="Google Shape;190;p34"/>
          <p:cNvSpPr txBox="1"/>
          <p:nvPr/>
        </p:nvSpPr>
        <p:spPr>
          <a:xfrm>
            <a:off x="642695" y="27681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91" name="Google Shape;191;p34"/>
          <p:cNvSpPr txBox="1"/>
          <p:nvPr>
            <p:ph idx="3" type="subTitle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92" name="Google Shape;192;p34"/>
          <p:cNvSpPr txBox="1"/>
          <p:nvPr/>
        </p:nvSpPr>
        <p:spPr>
          <a:xfrm>
            <a:off x="642695" y="38073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93" name="Google Shape;193;p34"/>
          <p:cNvSpPr txBox="1"/>
          <p:nvPr>
            <p:ph idx="4" type="subTitle"/>
          </p:nvPr>
        </p:nvSpPr>
        <p:spPr>
          <a:xfrm>
            <a:off x="1185925" y="37655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Title_Body_3">
  <p:cSld name="TITLE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6" name="Google Shape;196;p35"/>
          <p:cNvSpPr txBox="1"/>
          <p:nvPr>
            <p:ph idx="1" type="subTitle"/>
          </p:nvPr>
        </p:nvSpPr>
        <p:spPr>
          <a:xfrm>
            <a:off x="383075" y="1798300"/>
            <a:ext cx="2469000" cy="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2" type="subTitle"/>
          </p:nvPr>
        </p:nvSpPr>
        <p:spPr>
          <a:xfrm>
            <a:off x="3284763" y="1798300"/>
            <a:ext cx="2469000" cy="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9" name="Google Shape;199;p35"/>
          <p:cNvSpPr txBox="1"/>
          <p:nvPr>
            <p:ph idx="3" type="subTitle"/>
          </p:nvPr>
        </p:nvSpPr>
        <p:spPr>
          <a:xfrm>
            <a:off x="6186450" y="1798300"/>
            <a:ext cx="2469000" cy="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Title_Body_1_no_image">
  <p:cSld name="TITLE_1_1_1_2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2" name="Google Shape;202;p36"/>
          <p:cNvSpPr txBox="1"/>
          <p:nvPr>
            <p:ph idx="1" type="subTitle"/>
          </p:nvPr>
        </p:nvSpPr>
        <p:spPr>
          <a:xfrm>
            <a:off x="383075" y="1631475"/>
            <a:ext cx="7753500" cy="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Outro_1">
  <p:cSld name="TITLE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37"/>
          <p:cNvSpPr txBox="1"/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24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3_1">
  <p:cSld name="Default Slide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idx="1" type="subTitle"/>
          </p:nvPr>
        </p:nvSpPr>
        <p:spPr>
          <a:xfrm>
            <a:off x="6595075" y="2305850"/>
            <a:ext cx="2096100" cy="13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type="title"/>
          </p:nvPr>
        </p:nvSpPr>
        <p:spPr>
          <a:xfrm>
            <a:off x="1730850" y="401725"/>
            <a:ext cx="56823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11" name="Google Shape;211;p39"/>
          <p:cNvSpPr txBox="1"/>
          <p:nvPr>
            <p:ph idx="2" type="subTitle"/>
          </p:nvPr>
        </p:nvSpPr>
        <p:spPr>
          <a:xfrm>
            <a:off x="467425" y="1394975"/>
            <a:ext cx="2198400" cy="8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9"/>
          <p:cNvSpPr txBox="1"/>
          <p:nvPr>
            <p:ph idx="3" type="subTitle"/>
          </p:nvPr>
        </p:nvSpPr>
        <p:spPr>
          <a:xfrm>
            <a:off x="456700" y="3405075"/>
            <a:ext cx="2361600" cy="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9"/>
          <p:cNvSpPr/>
          <p:nvPr/>
        </p:nvSpPr>
        <p:spPr>
          <a:xfrm>
            <a:off x="4097288" y="1312051"/>
            <a:ext cx="2066887" cy="2072038"/>
          </a:xfrm>
          <a:custGeom>
            <a:rect b="b" l="l" r="r" t="t"/>
            <a:pathLst>
              <a:path extrusionOk="0" h="1016" w="958">
                <a:moveTo>
                  <a:pt x="453" y="0"/>
                </a:moveTo>
                <a:cubicBezTo>
                  <a:pt x="367" y="0"/>
                  <a:pt x="286" y="22"/>
                  <a:pt x="215" y="59"/>
                </a:cubicBezTo>
                <a:cubicBezTo>
                  <a:pt x="247" y="76"/>
                  <a:pt x="276" y="96"/>
                  <a:pt x="304" y="119"/>
                </a:cubicBezTo>
                <a:cubicBezTo>
                  <a:pt x="416" y="212"/>
                  <a:pt x="497" y="358"/>
                  <a:pt x="486" y="514"/>
                </a:cubicBezTo>
                <a:cubicBezTo>
                  <a:pt x="480" y="602"/>
                  <a:pt x="481" y="677"/>
                  <a:pt x="410" y="778"/>
                </a:cubicBezTo>
                <a:cubicBezTo>
                  <a:pt x="154" y="1002"/>
                  <a:pt x="0" y="732"/>
                  <a:pt x="0" y="732"/>
                </a:cubicBezTo>
                <a:cubicBezTo>
                  <a:pt x="27" y="877"/>
                  <a:pt x="209" y="960"/>
                  <a:pt x="209" y="960"/>
                </a:cubicBezTo>
                <a:cubicBezTo>
                  <a:pt x="278" y="996"/>
                  <a:pt x="370" y="1016"/>
                  <a:pt x="454" y="1016"/>
                </a:cubicBezTo>
                <a:cubicBezTo>
                  <a:pt x="553" y="1016"/>
                  <a:pt x="644" y="982"/>
                  <a:pt x="722" y="933"/>
                </a:cubicBezTo>
                <a:cubicBezTo>
                  <a:pt x="864" y="843"/>
                  <a:pt x="958" y="685"/>
                  <a:pt x="958" y="505"/>
                </a:cubicBezTo>
                <a:cubicBezTo>
                  <a:pt x="958" y="226"/>
                  <a:pt x="732" y="0"/>
                  <a:pt x="4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54775" lIns="109550" spcFirstLastPara="1" rIns="109550" wrap="square" tIns="54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4" name="Google Shape;214;p39"/>
          <p:cNvSpPr/>
          <p:nvPr/>
        </p:nvSpPr>
        <p:spPr>
          <a:xfrm>
            <a:off x="2979825" y="1320666"/>
            <a:ext cx="2197264" cy="1922987"/>
          </a:xfrm>
          <a:custGeom>
            <a:rect b="b" l="l" r="r" t="t"/>
            <a:pathLst>
              <a:path extrusionOk="0" h="943" w="1018">
                <a:moveTo>
                  <a:pt x="692" y="395"/>
                </a:moveTo>
                <a:cubicBezTo>
                  <a:pt x="692" y="395"/>
                  <a:pt x="694" y="397"/>
                  <a:pt x="694" y="397"/>
                </a:cubicBezTo>
                <a:cubicBezTo>
                  <a:pt x="694" y="397"/>
                  <a:pt x="694" y="397"/>
                  <a:pt x="694" y="397"/>
                </a:cubicBezTo>
                <a:cubicBezTo>
                  <a:pt x="708" y="394"/>
                  <a:pt x="723" y="393"/>
                  <a:pt x="739" y="393"/>
                </a:cubicBezTo>
                <a:cubicBezTo>
                  <a:pt x="868" y="393"/>
                  <a:pt x="972" y="498"/>
                  <a:pt x="972" y="627"/>
                </a:cubicBezTo>
                <a:cubicBezTo>
                  <a:pt x="972" y="706"/>
                  <a:pt x="933" y="776"/>
                  <a:pt x="872" y="818"/>
                </a:cubicBezTo>
                <a:cubicBezTo>
                  <a:pt x="872" y="818"/>
                  <a:pt x="872" y="818"/>
                  <a:pt x="872" y="818"/>
                </a:cubicBezTo>
                <a:cubicBezTo>
                  <a:pt x="891" y="806"/>
                  <a:pt x="911" y="792"/>
                  <a:pt x="931" y="774"/>
                </a:cubicBezTo>
                <a:cubicBezTo>
                  <a:pt x="1002" y="673"/>
                  <a:pt x="1001" y="598"/>
                  <a:pt x="1007" y="510"/>
                </a:cubicBezTo>
                <a:cubicBezTo>
                  <a:pt x="1018" y="354"/>
                  <a:pt x="937" y="208"/>
                  <a:pt x="825" y="115"/>
                </a:cubicBezTo>
                <a:cubicBezTo>
                  <a:pt x="797" y="92"/>
                  <a:pt x="768" y="72"/>
                  <a:pt x="736" y="55"/>
                </a:cubicBezTo>
                <a:cubicBezTo>
                  <a:pt x="735" y="56"/>
                  <a:pt x="735" y="56"/>
                  <a:pt x="735" y="56"/>
                </a:cubicBezTo>
                <a:cubicBezTo>
                  <a:pt x="666" y="20"/>
                  <a:pt x="588" y="0"/>
                  <a:pt x="504" y="0"/>
                </a:cubicBezTo>
                <a:cubicBezTo>
                  <a:pt x="226" y="0"/>
                  <a:pt x="0" y="226"/>
                  <a:pt x="0" y="504"/>
                </a:cubicBezTo>
                <a:cubicBezTo>
                  <a:pt x="0" y="685"/>
                  <a:pt x="95" y="843"/>
                  <a:pt x="237" y="932"/>
                </a:cubicBezTo>
                <a:cubicBezTo>
                  <a:pt x="244" y="936"/>
                  <a:pt x="250" y="940"/>
                  <a:pt x="257" y="943"/>
                </a:cubicBezTo>
                <a:cubicBezTo>
                  <a:pt x="256" y="928"/>
                  <a:pt x="255" y="913"/>
                  <a:pt x="255" y="898"/>
                </a:cubicBezTo>
                <a:cubicBezTo>
                  <a:pt x="255" y="643"/>
                  <a:pt x="449" y="433"/>
                  <a:pt x="692" y="395"/>
                </a:cubicBezTo>
                <a:close/>
                <a:moveTo>
                  <a:pt x="963" y="713"/>
                </a:moveTo>
                <a:cubicBezTo>
                  <a:pt x="963" y="714"/>
                  <a:pt x="963" y="714"/>
                  <a:pt x="963" y="714"/>
                </a:cubicBezTo>
                <a:cubicBezTo>
                  <a:pt x="963" y="714"/>
                  <a:pt x="963" y="713"/>
                  <a:pt x="963" y="7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54775" lIns="109550" spcFirstLastPara="1" rIns="109550" wrap="square" tIns="54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5" name="Google Shape;215;p39"/>
          <p:cNvSpPr/>
          <p:nvPr/>
        </p:nvSpPr>
        <p:spPr>
          <a:xfrm>
            <a:off x="3522899" y="2126219"/>
            <a:ext cx="2201823" cy="2066006"/>
          </a:xfrm>
          <a:custGeom>
            <a:rect b="b" l="l" r="r" t="t"/>
            <a:pathLst>
              <a:path extrusionOk="0" h="1013" w="1020">
                <a:moveTo>
                  <a:pt x="325" y="421"/>
                </a:moveTo>
                <a:cubicBezTo>
                  <a:pt x="325" y="421"/>
                  <a:pt x="249" y="349"/>
                  <a:pt x="249" y="230"/>
                </a:cubicBezTo>
                <a:cubicBezTo>
                  <a:pt x="249" y="116"/>
                  <a:pt x="322" y="34"/>
                  <a:pt x="439" y="2"/>
                </a:cubicBezTo>
                <a:cubicBezTo>
                  <a:pt x="439" y="2"/>
                  <a:pt x="437" y="0"/>
                  <a:pt x="437" y="0"/>
                </a:cubicBezTo>
                <a:cubicBezTo>
                  <a:pt x="194" y="38"/>
                  <a:pt x="0" y="248"/>
                  <a:pt x="0" y="503"/>
                </a:cubicBezTo>
                <a:cubicBezTo>
                  <a:pt x="0" y="785"/>
                  <a:pt x="228" y="1013"/>
                  <a:pt x="510" y="1013"/>
                </a:cubicBezTo>
                <a:cubicBezTo>
                  <a:pt x="792" y="1013"/>
                  <a:pt x="1020" y="785"/>
                  <a:pt x="1020" y="503"/>
                </a:cubicBezTo>
                <a:cubicBezTo>
                  <a:pt x="1020" y="503"/>
                  <a:pt x="679" y="804"/>
                  <a:pt x="325" y="4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t" bIns="54775" lIns="109550" spcFirstLastPara="1" rIns="109550" wrap="square" tIns="54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6" name="Google Shape;216;p39"/>
          <p:cNvSpPr txBox="1"/>
          <p:nvPr/>
        </p:nvSpPr>
        <p:spPr>
          <a:xfrm>
            <a:off x="3437328" y="17374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39"/>
          <p:cNvSpPr txBox="1"/>
          <p:nvPr/>
        </p:nvSpPr>
        <p:spPr>
          <a:xfrm>
            <a:off x="5422878" y="2188350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39"/>
          <p:cNvSpPr txBox="1"/>
          <p:nvPr/>
        </p:nvSpPr>
        <p:spPr>
          <a:xfrm>
            <a:off x="3969528" y="340507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4_1">
  <p:cSld name="CUSTOM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/>
        </p:nvSpPr>
        <p:spPr>
          <a:xfrm>
            <a:off x="3036788" y="1364028"/>
            <a:ext cx="1519962" cy="1966570"/>
          </a:xfrm>
          <a:custGeom>
            <a:rect b="b" l="l" r="r" t="t"/>
            <a:pathLst>
              <a:path extrusionOk="0" h="6447770" w="4983482">
                <a:moveTo>
                  <a:pt x="4983482" y="0"/>
                </a:moveTo>
                <a:lnTo>
                  <a:pt x="4983482" y="1152"/>
                </a:lnTo>
                <a:lnTo>
                  <a:pt x="4884042" y="6173"/>
                </a:lnTo>
                <a:cubicBezTo>
                  <a:pt x="4168136" y="78877"/>
                  <a:pt x="3609474" y="683482"/>
                  <a:pt x="3609474" y="1418570"/>
                </a:cubicBezTo>
                <a:cubicBezTo>
                  <a:pt x="3609474" y="2107715"/>
                  <a:pt x="4100486" y="2682178"/>
                  <a:pt x="4751750" y="2811200"/>
                </a:cubicBezTo>
                <a:lnTo>
                  <a:pt x="4877001" y="2829915"/>
                </a:lnTo>
                <a:lnTo>
                  <a:pt x="4799835" y="2833812"/>
                </a:lnTo>
                <a:cubicBezTo>
                  <a:pt x="3688520" y="2946672"/>
                  <a:pt x="2821298" y="3885212"/>
                  <a:pt x="2821298" y="5026303"/>
                </a:cubicBezTo>
                <a:lnTo>
                  <a:pt x="2829563" y="5189982"/>
                </a:lnTo>
                <a:lnTo>
                  <a:pt x="2810610" y="5314168"/>
                </a:lnTo>
                <a:cubicBezTo>
                  <a:pt x="2678226" y="5961114"/>
                  <a:pt x="2105809" y="6447770"/>
                  <a:pt x="1419727" y="6447770"/>
                </a:cubicBezTo>
                <a:cubicBezTo>
                  <a:pt x="635633" y="6447770"/>
                  <a:pt x="0" y="5812137"/>
                  <a:pt x="0" y="5028043"/>
                </a:cubicBezTo>
                <a:lnTo>
                  <a:pt x="2309" y="4982324"/>
                </a:lnTo>
                <a:lnTo>
                  <a:pt x="1157" y="4982324"/>
                </a:lnTo>
                <a:lnTo>
                  <a:pt x="6545" y="4769242"/>
                </a:lnTo>
                <a:cubicBezTo>
                  <a:pt x="136898" y="2197684"/>
                  <a:pt x="2198840" y="135741"/>
                  <a:pt x="4770399" y="538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0"/>
          <p:cNvSpPr/>
          <p:nvPr/>
        </p:nvSpPr>
        <p:spPr>
          <a:xfrm>
            <a:off x="4138040" y="1363675"/>
            <a:ext cx="1966570" cy="1519962"/>
          </a:xfrm>
          <a:custGeom>
            <a:rect b="b" l="l" r="r" t="t"/>
            <a:pathLst>
              <a:path extrusionOk="0" h="4983482" w="6447769">
                <a:moveTo>
                  <a:pt x="1419727" y="0"/>
                </a:moveTo>
                <a:lnTo>
                  <a:pt x="1465447" y="2309"/>
                </a:lnTo>
                <a:lnTo>
                  <a:pt x="1465447" y="1157"/>
                </a:lnTo>
                <a:lnTo>
                  <a:pt x="1678528" y="6545"/>
                </a:lnTo>
                <a:cubicBezTo>
                  <a:pt x="4250087" y="136898"/>
                  <a:pt x="6312029" y="2198841"/>
                  <a:pt x="6442381" y="4770399"/>
                </a:cubicBezTo>
                <a:lnTo>
                  <a:pt x="6447769" y="4983482"/>
                </a:lnTo>
                <a:lnTo>
                  <a:pt x="6446619" y="4983482"/>
                </a:lnTo>
                <a:lnTo>
                  <a:pt x="6441597" y="4884041"/>
                </a:lnTo>
                <a:cubicBezTo>
                  <a:pt x="6368893" y="4168135"/>
                  <a:pt x="5764288" y="3609473"/>
                  <a:pt x="5029200" y="3609473"/>
                </a:cubicBezTo>
                <a:cubicBezTo>
                  <a:pt x="4294112" y="3609473"/>
                  <a:pt x="3689507" y="4168135"/>
                  <a:pt x="3616803" y="4884041"/>
                </a:cubicBezTo>
                <a:lnTo>
                  <a:pt x="3614562" y="4928423"/>
                </a:lnTo>
                <a:lnTo>
                  <a:pt x="3608185" y="4802127"/>
                </a:lnTo>
                <a:cubicBezTo>
                  <a:pt x="3495325" y="3690812"/>
                  <a:pt x="2556784" y="2823590"/>
                  <a:pt x="1415693" y="2823590"/>
                </a:cubicBezTo>
                <a:lnTo>
                  <a:pt x="1267636" y="2831067"/>
                </a:lnTo>
                <a:lnTo>
                  <a:pt x="1133602" y="2810611"/>
                </a:lnTo>
                <a:cubicBezTo>
                  <a:pt x="486657" y="2678226"/>
                  <a:pt x="0" y="2105810"/>
                  <a:pt x="0" y="1419727"/>
                </a:cubicBezTo>
                <a:cubicBezTo>
                  <a:pt x="0" y="635633"/>
                  <a:pt x="635633" y="0"/>
                  <a:pt x="14197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0"/>
          <p:cNvSpPr/>
          <p:nvPr/>
        </p:nvSpPr>
        <p:spPr>
          <a:xfrm>
            <a:off x="3037141" y="2911624"/>
            <a:ext cx="1966570" cy="1519962"/>
          </a:xfrm>
          <a:custGeom>
            <a:rect b="b" l="l" r="r" t="t"/>
            <a:pathLst>
              <a:path extrusionOk="0" h="4983481" w="6447771">
                <a:moveTo>
                  <a:pt x="0" y="0"/>
                </a:moveTo>
                <a:lnTo>
                  <a:pt x="1152" y="0"/>
                </a:lnTo>
                <a:lnTo>
                  <a:pt x="6173" y="99439"/>
                </a:lnTo>
                <a:cubicBezTo>
                  <a:pt x="78877" y="815345"/>
                  <a:pt x="683482" y="1374007"/>
                  <a:pt x="1418570" y="1374007"/>
                </a:cubicBezTo>
                <a:cubicBezTo>
                  <a:pt x="2107715" y="1374007"/>
                  <a:pt x="2682178" y="882996"/>
                  <a:pt x="2811200" y="231731"/>
                </a:cubicBezTo>
                <a:lnTo>
                  <a:pt x="2828419" y="116492"/>
                </a:lnTo>
                <a:lnTo>
                  <a:pt x="2831519" y="177872"/>
                </a:lnTo>
                <a:cubicBezTo>
                  <a:pt x="2944379" y="1289187"/>
                  <a:pt x="3882919" y="2156409"/>
                  <a:pt x="5024010" y="2156409"/>
                </a:cubicBezTo>
                <a:lnTo>
                  <a:pt x="5148631" y="2150116"/>
                </a:lnTo>
                <a:lnTo>
                  <a:pt x="5173203" y="2151357"/>
                </a:lnTo>
                <a:cubicBezTo>
                  <a:pt x="5889109" y="2224061"/>
                  <a:pt x="6447771" y="2828666"/>
                  <a:pt x="6447771" y="3563754"/>
                </a:cubicBezTo>
                <a:cubicBezTo>
                  <a:pt x="6447771" y="4347848"/>
                  <a:pt x="5812138" y="4983481"/>
                  <a:pt x="5028044" y="4983481"/>
                </a:cubicBezTo>
                <a:lnTo>
                  <a:pt x="4982325" y="4981172"/>
                </a:lnTo>
                <a:lnTo>
                  <a:pt x="4982325" y="4982324"/>
                </a:lnTo>
                <a:lnTo>
                  <a:pt x="4769242" y="4976936"/>
                </a:lnTo>
                <a:cubicBezTo>
                  <a:pt x="2197683" y="4846583"/>
                  <a:pt x="135741" y="2784641"/>
                  <a:pt x="5388" y="21308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0"/>
          <p:cNvSpPr/>
          <p:nvPr/>
        </p:nvSpPr>
        <p:spPr>
          <a:xfrm>
            <a:off x="4585148" y="2464634"/>
            <a:ext cx="1519961" cy="1966570"/>
          </a:xfrm>
          <a:custGeom>
            <a:rect b="b" l="l" r="r" t="t"/>
            <a:pathLst>
              <a:path extrusionOk="0" h="6447772" w="4983480">
                <a:moveTo>
                  <a:pt x="3563753" y="0"/>
                </a:moveTo>
                <a:cubicBezTo>
                  <a:pt x="4347847" y="0"/>
                  <a:pt x="4983480" y="635633"/>
                  <a:pt x="4983480" y="1419727"/>
                </a:cubicBezTo>
                <a:lnTo>
                  <a:pt x="4981172" y="1465449"/>
                </a:lnTo>
                <a:lnTo>
                  <a:pt x="4982322" y="1465449"/>
                </a:lnTo>
                <a:lnTo>
                  <a:pt x="4976934" y="1678530"/>
                </a:lnTo>
                <a:cubicBezTo>
                  <a:pt x="4846582" y="4250089"/>
                  <a:pt x="2784640" y="6312031"/>
                  <a:pt x="213081" y="6442384"/>
                </a:cubicBezTo>
                <a:lnTo>
                  <a:pt x="0" y="6447772"/>
                </a:lnTo>
                <a:lnTo>
                  <a:pt x="0" y="6446619"/>
                </a:lnTo>
                <a:lnTo>
                  <a:pt x="99439" y="6441598"/>
                </a:lnTo>
                <a:cubicBezTo>
                  <a:pt x="815345" y="6368894"/>
                  <a:pt x="1374007" y="5764289"/>
                  <a:pt x="1374007" y="5029201"/>
                </a:cubicBezTo>
                <a:cubicBezTo>
                  <a:pt x="1374007" y="4294113"/>
                  <a:pt x="815345" y="3689508"/>
                  <a:pt x="99439" y="3616804"/>
                </a:cubicBezTo>
                <a:lnTo>
                  <a:pt x="74876" y="3615564"/>
                </a:lnTo>
                <a:lnTo>
                  <a:pt x="175579" y="3610479"/>
                </a:lnTo>
                <a:cubicBezTo>
                  <a:pt x="1286894" y="3497619"/>
                  <a:pt x="2154116" y="2559078"/>
                  <a:pt x="2154116" y="1417987"/>
                </a:cubicBezTo>
                <a:lnTo>
                  <a:pt x="2149115" y="1318948"/>
                </a:lnTo>
                <a:lnTo>
                  <a:pt x="2151356" y="1274568"/>
                </a:lnTo>
                <a:cubicBezTo>
                  <a:pt x="2224060" y="558662"/>
                  <a:pt x="2828665" y="0"/>
                  <a:pt x="35637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0"/>
          <p:cNvSpPr txBox="1"/>
          <p:nvPr>
            <p:ph idx="1" type="subTitle"/>
          </p:nvPr>
        </p:nvSpPr>
        <p:spPr>
          <a:xfrm>
            <a:off x="467425" y="1394975"/>
            <a:ext cx="219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0"/>
          <p:cNvSpPr txBox="1"/>
          <p:nvPr/>
        </p:nvSpPr>
        <p:spPr>
          <a:xfrm>
            <a:off x="3240103" y="26425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40"/>
          <p:cNvSpPr txBox="1"/>
          <p:nvPr/>
        </p:nvSpPr>
        <p:spPr>
          <a:xfrm>
            <a:off x="4305541" y="161187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40"/>
          <p:cNvSpPr txBox="1"/>
          <p:nvPr/>
        </p:nvSpPr>
        <p:spPr>
          <a:xfrm>
            <a:off x="5421603" y="26425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40"/>
          <p:cNvSpPr txBox="1"/>
          <p:nvPr/>
        </p:nvSpPr>
        <p:spPr>
          <a:xfrm>
            <a:off x="4305541" y="3817250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40"/>
          <p:cNvSpPr txBox="1"/>
          <p:nvPr>
            <p:ph idx="2" type="subTitle"/>
          </p:nvPr>
        </p:nvSpPr>
        <p:spPr>
          <a:xfrm>
            <a:off x="467425" y="3096425"/>
            <a:ext cx="219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0"/>
          <p:cNvSpPr txBox="1"/>
          <p:nvPr>
            <p:ph idx="3" type="subTitle"/>
          </p:nvPr>
        </p:nvSpPr>
        <p:spPr>
          <a:xfrm>
            <a:off x="6302925" y="1394975"/>
            <a:ext cx="22773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0"/>
          <p:cNvSpPr txBox="1"/>
          <p:nvPr>
            <p:ph idx="4" type="subTitle"/>
          </p:nvPr>
        </p:nvSpPr>
        <p:spPr>
          <a:xfrm>
            <a:off x="6302925" y="3096425"/>
            <a:ext cx="22773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0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4_2">
  <p:cSld name="CUSTOM_2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/>
          <p:nvPr/>
        </p:nvSpPr>
        <p:spPr>
          <a:xfrm>
            <a:off x="3734770" y="1278900"/>
            <a:ext cx="1658390" cy="1638576"/>
          </a:xfrm>
          <a:custGeom>
            <a:rect b="b" l="l" r="r" t="t"/>
            <a:pathLst>
              <a:path extrusionOk="0" h="20851" w="21429">
                <a:moveTo>
                  <a:pt x="1" y="10736"/>
                </a:moveTo>
                <a:cubicBezTo>
                  <a:pt x="-74" y="5791"/>
                  <a:pt x="3035" y="2106"/>
                  <a:pt x="7007" y="666"/>
                </a:cubicBezTo>
                <a:cubicBezTo>
                  <a:pt x="10907" y="-749"/>
                  <a:pt x="15586" y="18"/>
                  <a:pt x="18852" y="3666"/>
                </a:cubicBezTo>
                <a:cubicBezTo>
                  <a:pt x="19974" y="4919"/>
                  <a:pt x="20705" y="6356"/>
                  <a:pt x="21094" y="7850"/>
                </a:cubicBezTo>
                <a:cubicBezTo>
                  <a:pt x="21476" y="9323"/>
                  <a:pt x="21526" y="10854"/>
                  <a:pt x="21272" y="12327"/>
                </a:cubicBezTo>
                <a:cubicBezTo>
                  <a:pt x="20780" y="15178"/>
                  <a:pt x="19147" y="17844"/>
                  <a:pt x="16446" y="19576"/>
                </a:cubicBezTo>
                <a:lnTo>
                  <a:pt x="17659" y="20851"/>
                </a:lnTo>
                <a:lnTo>
                  <a:pt x="11189" y="20851"/>
                </a:lnTo>
                <a:lnTo>
                  <a:pt x="11189" y="14426"/>
                </a:lnTo>
                <a:lnTo>
                  <a:pt x="12489" y="15726"/>
                </a:lnTo>
                <a:cubicBezTo>
                  <a:pt x="14377" y="15044"/>
                  <a:pt x="15587" y="13538"/>
                  <a:pt x="16008" y="11843"/>
                </a:cubicBezTo>
                <a:cubicBezTo>
                  <a:pt x="16411" y="10218"/>
                  <a:pt x="16091" y="8391"/>
                  <a:pt x="14774" y="6995"/>
                </a:cubicBezTo>
                <a:cubicBezTo>
                  <a:pt x="12838" y="4944"/>
                  <a:pt x="10165" y="4773"/>
                  <a:pt x="8134" y="5864"/>
                </a:cubicBezTo>
                <a:cubicBezTo>
                  <a:pt x="7076" y="6433"/>
                  <a:pt x="6213" y="7336"/>
                  <a:pt x="5717" y="8432"/>
                </a:cubicBezTo>
                <a:cubicBezTo>
                  <a:pt x="5210" y="9552"/>
                  <a:pt x="5082" y="10878"/>
                  <a:pt x="5520" y="12293"/>
                </a:cubicBezTo>
                <a:cubicBezTo>
                  <a:pt x="4660" y="11758"/>
                  <a:pt x="3725" y="11352"/>
                  <a:pt x="2745" y="11089"/>
                </a:cubicBezTo>
                <a:cubicBezTo>
                  <a:pt x="1851" y="10849"/>
                  <a:pt x="928" y="10730"/>
                  <a:pt x="1" y="107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5" name="Google Shape;235;p41"/>
          <p:cNvSpPr txBox="1"/>
          <p:nvPr>
            <p:ph idx="1" type="subTitle"/>
          </p:nvPr>
        </p:nvSpPr>
        <p:spPr>
          <a:xfrm>
            <a:off x="6368675" y="1394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41"/>
          <p:cNvSpPr/>
          <p:nvPr/>
        </p:nvSpPr>
        <p:spPr>
          <a:xfrm>
            <a:off x="2902137" y="2119803"/>
            <a:ext cx="1623326" cy="1665656"/>
          </a:xfrm>
          <a:custGeom>
            <a:rect b="b" l="l" r="r" t="t"/>
            <a:pathLst>
              <a:path extrusionOk="0" h="20867" w="21501">
                <a:moveTo>
                  <a:pt x="21501" y="3787"/>
                </a:moveTo>
                <a:lnTo>
                  <a:pt x="21501" y="9990"/>
                </a:lnTo>
                <a:lnTo>
                  <a:pt x="14929" y="9990"/>
                </a:lnTo>
                <a:lnTo>
                  <a:pt x="16281" y="8704"/>
                </a:lnTo>
                <a:cubicBezTo>
                  <a:pt x="14580" y="4140"/>
                  <a:pt x="7864" y="3920"/>
                  <a:pt x="5837" y="8362"/>
                </a:cubicBezTo>
                <a:cubicBezTo>
                  <a:pt x="4878" y="10464"/>
                  <a:pt x="5470" y="12605"/>
                  <a:pt x="6862" y="14040"/>
                </a:cubicBezTo>
                <a:cubicBezTo>
                  <a:pt x="8248" y="15468"/>
                  <a:pt x="10429" y="16200"/>
                  <a:pt x="12713" y="15502"/>
                </a:cubicBezTo>
                <a:cubicBezTo>
                  <a:pt x="12159" y="16331"/>
                  <a:pt x="11733" y="17232"/>
                  <a:pt x="11448" y="18175"/>
                </a:cubicBezTo>
                <a:cubicBezTo>
                  <a:pt x="11183" y="19051"/>
                  <a:pt x="11042" y="19956"/>
                  <a:pt x="11027" y="20867"/>
                </a:cubicBezTo>
                <a:cubicBezTo>
                  <a:pt x="7844" y="20900"/>
                  <a:pt x="4992" y="19642"/>
                  <a:pt x="2992" y="17624"/>
                </a:cubicBezTo>
                <a:cubicBezTo>
                  <a:pt x="1979" y="16603"/>
                  <a:pt x="1184" y="15386"/>
                  <a:pt x="666" y="14048"/>
                </a:cubicBezTo>
                <a:cubicBezTo>
                  <a:pt x="145" y="12705"/>
                  <a:pt x="-99" y="11235"/>
                  <a:pt x="38" y="9702"/>
                </a:cubicBezTo>
                <a:cubicBezTo>
                  <a:pt x="256" y="7262"/>
                  <a:pt x="1257" y="5184"/>
                  <a:pt x="2727" y="3588"/>
                </a:cubicBezTo>
                <a:cubicBezTo>
                  <a:pt x="4232" y="1956"/>
                  <a:pt x="6226" y="831"/>
                  <a:pt x="8406" y="316"/>
                </a:cubicBezTo>
                <a:cubicBezTo>
                  <a:pt x="12706" y="-700"/>
                  <a:pt x="17572" y="711"/>
                  <a:pt x="20335" y="4861"/>
                </a:cubicBezTo>
                <a:lnTo>
                  <a:pt x="21501" y="378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7" name="Google Shape;237;p41"/>
          <p:cNvSpPr/>
          <p:nvPr/>
        </p:nvSpPr>
        <p:spPr>
          <a:xfrm>
            <a:off x="4601972" y="2120103"/>
            <a:ext cx="1639864" cy="1665623"/>
          </a:xfrm>
          <a:custGeom>
            <a:rect b="b" l="l" r="r" t="t"/>
            <a:pathLst>
              <a:path extrusionOk="0" h="21208" w="21467">
                <a:moveTo>
                  <a:pt x="10372" y="3"/>
                </a:moveTo>
                <a:cubicBezTo>
                  <a:pt x="10348" y="975"/>
                  <a:pt x="10194" y="1941"/>
                  <a:pt x="9914" y="2875"/>
                </a:cubicBezTo>
                <a:cubicBezTo>
                  <a:pt x="9631" y="3818"/>
                  <a:pt x="9222" y="4720"/>
                  <a:pt x="8697" y="5558"/>
                </a:cubicBezTo>
                <a:cubicBezTo>
                  <a:pt x="10843" y="4811"/>
                  <a:pt x="12957" y="5403"/>
                  <a:pt x="14390" y="6707"/>
                </a:cubicBezTo>
                <a:cubicBezTo>
                  <a:pt x="15803" y="7993"/>
                  <a:pt x="16564" y="9984"/>
                  <a:pt x="15935" y="12092"/>
                </a:cubicBezTo>
                <a:cubicBezTo>
                  <a:pt x="15185" y="14609"/>
                  <a:pt x="13018" y="15950"/>
                  <a:pt x="10791" y="16004"/>
                </a:cubicBezTo>
                <a:cubicBezTo>
                  <a:pt x="9683" y="16031"/>
                  <a:pt x="8573" y="15737"/>
                  <a:pt x="7616" y="15155"/>
                </a:cubicBezTo>
                <a:cubicBezTo>
                  <a:pt x="6612" y="14545"/>
                  <a:pt x="5769" y="13615"/>
                  <a:pt x="5249" y="12354"/>
                </a:cubicBezTo>
                <a:lnTo>
                  <a:pt x="6505" y="11107"/>
                </a:lnTo>
                <a:lnTo>
                  <a:pt x="0" y="11107"/>
                </a:lnTo>
                <a:lnTo>
                  <a:pt x="0" y="17436"/>
                </a:lnTo>
                <a:lnTo>
                  <a:pt x="1358" y="16110"/>
                </a:lnTo>
                <a:cubicBezTo>
                  <a:pt x="3668" y="19863"/>
                  <a:pt x="7726" y="21521"/>
                  <a:pt x="11614" y="21159"/>
                </a:cubicBezTo>
                <a:cubicBezTo>
                  <a:pt x="13439" y="20989"/>
                  <a:pt x="15221" y="20372"/>
                  <a:pt x="16771" y="19348"/>
                </a:cubicBezTo>
                <a:cubicBezTo>
                  <a:pt x="18313" y="18329"/>
                  <a:pt x="19638" y="16901"/>
                  <a:pt x="20512" y="15040"/>
                </a:cubicBezTo>
                <a:cubicBezTo>
                  <a:pt x="21361" y="13233"/>
                  <a:pt x="21600" y="11358"/>
                  <a:pt x="21401" y="9578"/>
                </a:cubicBezTo>
                <a:cubicBezTo>
                  <a:pt x="21204" y="7817"/>
                  <a:pt x="20575" y="6137"/>
                  <a:pt x="19586" y="4691"/>
                </a:cubicBezTo>
                <a:cubicBezTo>
                  <a:pt x="17644" y="1852"/>
                  <a:pt x="14322" y="-79"/>
                  <a:pt x="10372" y="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8" name="Google Shape;238;p41"/>
          <p:cNvSpPr/>
          <p:nvPr/>
        </p:nvSpPr>
        <p:spPr>
          <a:xfrm>
            <a:off x="3733047" y="2990677"/>
            <a:ext cx="1662404" cy="1639761"/>
          </a:xfrm>
          <a:custGeom>
            <a:rect b="b" l="l" r="r" t="t"/>
            <a:pathLst>
              <a:path extrusionOk="0" h="21446" w="21501">
                <a:moveTo>
                  <a:pt x="3765" y="0"/>
                </a:moveTo>
                <a:lnTo>
                  <a:pt x="10283" y="0"/>
                </a:lnTo>
                <a:lnTo>
                  <a:pt x="10283" y="6590"/>
                </a:lnTo>
                <a:lnTo>
                  <a:pt x="8990" y="5343"/>
                </a:lnTo>
                <a:cubicBezTo>
                  <a:pt x="7519" y="5878"/>
                  <a:pt x="6512" y="6832"/>
                  <a:pt x="5929" y="7968"/>
                </a:cubicBezTo>
                <a:cubicBezTo>
                  <a:pt x="5337" y="9121"/>
                  <a:pt x="5179" y="10464"/>
                  <a:pt x="5446" y="11727"/>
                </a:cubicBezTo>
                <a:cubicBezTo>
                  <a:pt x="5970" y="14204"/>
                  <a:pt x="8090" y="16272"/>
                  <a:pt x="11243" y="16062"/>
                </a:cubicBezTo>
                <a:cubicBezTo>
                  <a:pt x="12115" y="16003"/>
                  <a:pt x="12895" y="15724"/>
                  <a:pt x="13572" y="15302"/>
                </a:cubicBezTo>
                <a:cubicBezTo>
                  <a:pt x="14286" y="14856"/>
                  <a:pt x="14889" y="14248"/>
                  <a:pt x="15335" y="13548"/>
                </a:cubicBezTo>
                <a:cubicBezTo>
                  <a:pt x="16207" y="12178"/>
                  <a:pt x="16504" y="10431"/>
                  <a:pt x="15928" y="8703"/>
                </a:cubicBezTo>
                <a:cubicBezTo>
                  <a:pt x="16792" y="9263"/>
                  <a:pt x="17732" y="9692"/>
                  <a:pt x="18718" y="9979"/>
                </a:cubicBezTo>
                <a:cubicBezTo>
                  <a:pt x="19623" y="10242"/>
                  <a:pt x="20559" y="10383"/>
                  <a:pt x="21501" y="10396"/>
                </a:cubicBezTo>
                <a:cubicBezTo>
                  <a:pt x="21505" y="12780"/>
                  <a:pt x="20816" y="14901"/>
                  <a:pt x="19662" y="16639"/>
                </a:cubicBezTo>
                <a:cubicBezTo>
                  <a:pt x="18516" y="18366"/>
                  <a:pt x="16908" y="19721"/>
                  <a:pt x="15053" y="20543"/>
                </a:cubicBezTo>
                <a:cubicBezTo>
                  <a:pt x="13325" y="21308"/>
                  <a:pt x="11408" y="21600"/>
                  <a:pt x="9505" y="21369"/>
                </a:cubicBezTo>
                <a:cubicBezTo>
                  <a:pt x="7408" y="21114"/>
                  <a:pt x="5325" y="20227"/>
                  <a:pt x="3541" y="18603"/>
                </a:cubicBezTo>
                <a:cubicBezTo>
                  <a:pt x="2210" y="17392"/>
                  <a:pt x="1279" y="15930"/>
                  <a:pt x="702" y="14376"/>
                </a:cubicBezTo>
                <a:cubicBezTo>
                  <a:pt x="131" y="12837"/>
                  <a:pt x="-95" y="11201"/>
                  <a:pt x="36" y="9594"/>
                </a:cubicBezTo>
                <a:cubicBezTo>
                  <a:pt x="300" y="6352"/>
                  <a:pt x="2013" y="3238"/>
                  <a:pt x="5065" y="1365"/>
                </a:cubicBezTo>
                <a:lnTo>
                  <a:pt x="3765" y="0"/>
                </a:lnTo>
                <a:close/>
              </a:path>
            </a:pathLst>
          </a:custGeom>
          <a:solidFill>
            <a:srgbClr val="437DB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3736306" y="1917865"/>
            <a:ext cx="423758" cy="316332"/>
          </a:xfrm>
          <a:custGeom>
            <a:rect b="b" l="l" r="r" t="t"/>
            <a:pathLst>
              <a:path extrusionOk="0" h="21600" w="21579">
                <a:moveTo>
                  <a:pt x="21579" y="21600"/>
                </a:moveTo>
                <a:cubicBezTo>
                  <a:pt x="20965" y="19090"/>
                  <a:pt x="20631" y="16471"/>
                  <a:pt x="20586" y="13829"/>
                </a:cubicBezTo>
                <a:cubicBezTo>
                  <a:pt x="20543" y="11244"/>
                  <a:pt x="20778" y="8664"/>
                  <a:pt x="21284" y="6170"/>
                </a:cubicBezTo>
                <a:cubicBezTo>
                  <a:pt x="18128" y="4224"/>
                  <a:pt x="14832" y="2720"/>
                  <a:pt x="11448" y="1683"/>
                </a:cubicBezTo>
                <a:cubicBezTo>
                  <a:pt x="8066" y="648"/>
                  <a:pt x="4614" y="84"/>
                  <a:pt x="1146" y="0"/>
                </a:cubicBezTo>
                <a:cubicBezTo>
                  <a:pt x="743" y="2263"/>
                  <a:pt x="445" y="4557"/>
                  <a:pt x="254" y="6870"/>
                </a:cubicBezTo>
                <a:cubicBezTo>
                  <a:pt x="62" y="9193"/>
                  <a:pt x="-21" y="11531"/>
                  <a:pt x="5" y="13868"/>
                </a:cubicBezTo>
                <a:cubicBezTo>
                  <a:pt x="3936" y="13809"/>
                  <a:pt x="7854" y="14499"/>
                  <a:pt x="11642" y="15919"/>
                </a:cubicBezTo>
                <a:cubicBezTo>
                  <a:pt x="15124" y="17224"/>
                  <a:pt x="18464" y="19134"/>
                  <a:pt x="21579" y="216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3532785" y="3357930"/>
            <a:ext cx="325512" cy="426509"/>
          </a:xfrm>
          <a:custGeom>
            <a:rect b="b" l="l" r="r" t="t"/>
            <a:pathLst>
              <a:path extrusionOk="0" h="21579" w="21600">
                <a:moveTo>
                  <a:pt x="21600" y="0"/>
                </a:moveTo>
                <a:cubicBezTo>
                  <a:pt x="19109" y="597"/>
                  <a:pt x="16522" y="932"/>
                  <a:pt x="13913" y="995"/>
                </a:cubicBezTo>
                <a:cubicBezTo>
                  <a:pt x="11327" y="1058"/>
                  <a:pt x="8742" y="853"/>
                  <a:pt x="6227" y="387"/>
                </a:cubicBezTo>
                <a:cubicBezTo>
                  <a:pt x="4357" y="3529"/>
                  <a:pt x="2888" y="6802"/>
                  <a:pt x="1843" y="10161"/>
                </a:cubicBezTo>
                <a:cubicBezTo>
                  <a:pt x="803" y="13498"/>
                  <a:pt x="186" y="16905"/>
                  <a:pt x="0" y="20333"/>
                </a:cubicBezTo>
                <a:cubicBezTo>
                  <a:pt x="2248" y="20780"/>
                  <a:pt x="4534" y="21109"/>
                  <a:pt x="6842" y="21316"/>
                </a:cubicBezTo>
                <a:cubicBezTo>
                  <a:pt x="9039" y="21513"/>
                  <a:pt x="11250" y="21600"/>
                  <a:pt x="13462" y="21575"/>
                </a:cubicBezTo>
                <a:cubicBezTo>
                  <a:pt x="13546" y="17890"/>
                  <a:pt x="14247" y="14228"/>
                  <a:pt x="15549" y="10679"/>
                </a:cubicBezTo>
                <a:cubicBezTo>
                  <a:pt x="16926" y="6926"/>
                  <a:pt x="18961" y="3334"/>
                  <a:pt x="216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4965248" y="3654331"/>
            <a:ext cx="427165" cy="337446"/>
          </a:xfrm>
          <a:custGeom>
            <a:rect b="b" l="l" r="r" t="t"/>
            <a:pathLst>
              <a:path extrusionOk="0" h="21600" w="21574">
                <a:moveTo>
                  <a:pt x="21568" y="8485"/>
                </a:moveTo>
                <a:cubicBezTo>
                  <a:pt x="21600" y="10739"/>
                  <a:pt x="21515" y="12993"/>
                  <a:pt x="21313" y="15232"/>
                </a:cubicBezTo>
                <a:cubicBezTo>
                  <a:pt x="21120" y="17377"/>
                  <a:pt x="20820" y="19504"/>
                  <a:pt x="20415" y="21600"/>
                </a:cubicBezTo>
                <a:cubicBezTo>
                  <a:pt x="17022" y="21426"/>
                  <a:pt x="13651" y="20820"/>
                  <a:pt x="10352" y="19792"/>
                </a:cubicBezTo>
                <a:cubicBezTo>
                  <a:pt x="7008" y="18749"/>
                  <a:pt x="3756" y="17277"/>
                  <a:pt x="646" y="15398"/>
                </a:cubicBezTo>
                <a:cubicBezTo>
                  <a:pt x="1044" y="12939"/>
                  <a:pt x="1202" y="10426"/>
                  <a:pt x="1114" y="7918"/>
                </a:cubicBezTo>
                <a:cubicBezTo>
                  <a:pt x="1020" y="5228"/>
                  <a:pt x="646" y="2565"/>
                  <a:pt x="0" y="0"/>
                </a:cubicBezTo>
                <a:cubicBezTo>
                  <a:pt x="3333" y="2760"/>
                  <a:pt x="6962" y="4892"/>
                  <a:pt x="10774" y="6331"/>
                </a:cubicBezTo>
                <a:cubicBezTo>
                  <a:pt x="14281" y="7655"/>
                  <a:pt x="17911" y="8379"/>
                  <a:pt x="21568" y="8485"/>
                </a:cubicBezTo>
                <a:close/>
              </a:path>
            </a:pathLst>
          </a:custGeom>
          <a:solidFill>
            <a:srgbClr val="325D8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5263221" y="2119823"/>
            <a:ext cx="332640" cy="436981"/>
          </a:xfrm>
          <a:custGeom>
            <a:rect b="b" l="l" r="r" t="t"/>
            <a:pathLst>
              <a:path extrusionOk="0" h="21566" w="21600">
                <a:moveTo>
                  <a:pt x="21600" y="971"/>
                </a:moveTo>
                <a:cubicBezTo>
                  <a:pt x="21515" y="4369"/>
                  <a:pt x="20965" y="7751"/>
                  <a:pt x="19961" y="11062"/>
                </a:cubicBezTo>
                <a:cubicBezTo>
                  <a:pt x="18948" y="14404"/>
                  <a:pt x="17476" y="17656"/>
                  <a:pt x="15571" y="20764"/>
                </a:cubicBezTo>
                <a:cubicBezTo>
                  <a:pt x="13115" y="20381"/>
                  <a:pt x="10605" y="20240"/>
                  <a:pt x="8102" y="20343"/>
                </a:cubicBezTo>
                <a:cubicBezTo>
                  <a:pt x="5339" y="20458"/>
                  <a:pt x="2612" y="20869"/>
                  <a:pt x="0" y="21566"/>
                </a:cubicBezTo>
                <a:cubicBezTo>
                  <a:pt x="2626" y="18367"/>
                  <a:pt x="4673" y="14912"/>
                  <a:pt x="6083" y="11294"/>
                </a:cubicBezTo>
                <a:cubicBezTo>
                  <a:pt x="7509" y="7635"/>
                  <a:pt x="8272" y="3844"/>
                  <a:pt x="8350" y="27"/>
                </a:cubicBezTo>
                <a:cubicBezTo>
                  <a:pt x="10487" y="-34"/>
                  <a:pt x="12628" y="8"/>
                  <a:pt x="14759" y="151"/>
                </a:cubicBezTo>
                <a:cubicBezTo>
                  <a:pt x="17061" y="306"/>
                  <a:pt x="19346" y="580"/>
                  <a:pt x="21600" y="9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43" name="Google Shape;243;p41"/>
          <p:cNvSpPr txBox="1"/>
          <p:nvPr/>
        </p:nvSpPr>
        <p:spPr>
          <a:xfrm>
            <a:off x="4418481" y="1943276"/>
            <a:ext cx="3207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41"/>
          <p:cNvSpPr txBox="1"/>
          <p:nvPr/>
        </p:nvSpPr>
        <p:spPr>
          <a:xfrm>
            <a:off x="4387426" y="3677818"/>
            <a:ext cx="3783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41"/>
          <p:cNvSpPr txBox="1"/>
          <p:nvPr/>
        </p:nvSpPr>
        <p:spPr>
          <a:xfrm>
            <a:off x="5244434" y="2819875"/>
            <a:ext cx="3702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3497093" y="2819875"/>
            <a:ext cx="396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41"/>
          <p:cNvSpPr txBox="1"/>
          <p:nvPr>
            <p:ph idx="2" type="subTitle"/>
          </p:nvPr>
        </p:nvSpPr>
        <p:spPr>
          <a:xfrm>
            <a:off x="6368675" y="3321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1"/>
          <p:cNvSpPr txBox="1"/>
          <p:nvPr>
            <p:ph idx="3" type="subTitle"/>
          </p:nvPr>
        </p:nvSpPr>
        <p:spPr>
          <a:xfrm>
            <a:off x="470725" y="1394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1"/>
          <p:cNvSpPr txBox="1"/>
          <p:nvPr>
            <p:ph idx="4" type="subTitle"/>
          </p:nvPr>
        </p:nvSpPr>
        <p:spPr>
          <a:xfrm>
            <a:off x="470725" y="3321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1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5_1">
  <p:cSld name="CUSTOM_2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idx="1" type="subTitle"/>
          </p:nvPr>
        </p:nvSpPr>
        <p:spPr>
          <a:xfrm>
            <a:off x="6354875" y="1183150"/>
            <a:ext cx="2318400" cy="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53" name="Google Shape;253;p42"/>
          <p:cNvSpPr txBox="1"/>
          <p:nvPr>
            <p:ph idx="2" type="subTitle"/>
          </p:nvPr>
        </p:nvSpPr>
        <p:spPr>
          <a:xfrm>
            <a:off x="6354875" y="2399350"/>
            <a:ext cx="2318400" cy="10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54" name="Google Shape;254;p42"/>
          <p:cNvSpPr txBox="1"/>
          <p:nvPr>
            <p:ph idx="3" type="subTitle"/>
          </p:nvPr>
        </p:nvSpPr>
        <p:spPr>
          <a:xfrm>
            <a:off x="456925" y="1278100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55" name="Google Shape;255;p42"/>
          <p:cNvSpPr txBox="1"/>
          <p:nvPr>
            <p:ph idx="4" type="subTitle"/>
          </p:nvPr>
        </p:nvSpPr>
        <p:spPr>
          <a:xfrm>
            <a:off x="470725" y="3321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56" name="Google Shape;256;p42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grpSp>
        <p:nvGrpSpPr>
          <p:cNvPr id="257" name="Google Shape;257;p42"/>
          <p:cNvGrpSpPr/>
          <p:nvPr/>
        </p:nvGrpSpPr>
        <p:grpSpPr>
          <a:xfrm>
            <a:off x="3095387" y="1241947"/>
            <a:ext cx="2953226" cy="2951755"/>
            <a:chOff x="3102287" y="1429998"/>
            <a:chExt cx="2953226" cy="2951755"/>
          </a:xfrm>
        </p:grpSpPr>
        <p:sp>
          <p:nvSpPr>
            <p:cNvPr id="258" name="Google Shape;258;p42"/>
            <p:cNvSpPr/>
            <p:nvPr/>
          </p:nvSpPr>
          <p:spPr>
            <a:xfrm>
              <a:off x="4016728" y="1429998"/>
              <a:ext cx="1634040" cy="1193736"/>
            </a:xfrm>
            <a:custGeom>
              <a:rect b="b" l="l" r="r" t="t"/>
              <a:pathLst>
                <a:path extrusionOk="0" h="21010" w="21600">
                  <a:moveTo>
                    <a:pt x="21600" y="8145"/>
                  </a:moveTo>
                  <a:cubicBezTo>
                    <a:pt x="19118" y="4624"/>
                    <a:pt x="15943" y="2102"/>
                    <a:pt x="12437" y="865"/>
                  </a:cubicBezTo>
                  <a:cubicBezTo>
                    <a:pt x="8312" y="-590"/>
                    <a:pt x="3942" y="-201"/>
                    <a:pt x="0" y="1973"/>
                  </a:cubicBezTo>
                  <a:lnTo>
                    <a:pt x="0" y="21010"/>
                  </a:lnTo>
                  <a:cubicBezTo>
                    <a:pt x="500" y="19693"/>
                    <a:pt x="1192" y="18521"/>
                    <a:pt x="2034" y="17562"/>
                  </a:cubicBezTo>
                  <a:cubicBezTo>
                    <a:pt x="2905" y="16572"/>
                    <a:pt x="3919" y="15829"/>
                    <a:pt x="5014" y="15380"/>
                  </a:cubicBezTo>
                  <a:lnTo>
                    <a:pt x="21600" y="8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3102287" y="1570339"/>
              <a:ext cx="1038072" cy="1787832"/>
            </a:xfrm>
            <a:custGeom>
              <a:rect b="b" l="l" r="r" t="t"/>
              <a:pathLst>
                <a:path extrusionOk="0" h="21600" w="21156">
                  <a:moveTo>
                    <a:pt x="17200" y="0"/>
                  </a:moveTo>
                  <a:cubicBezTo>
                    <a:pt x="12221" y="1401"/>
                    <a:pt x="7988" y="3585"/>
                    <a:pt x="4962" y="6316"/>
                  </a:cubicBezTo>
                  <a:cubicBezTo>
                    <a:pt x="1268" y="9650"/>
                    <a:pt x="-444" y="13619"/>
                    <a:pt x="98" y="17595"/>
                  </a:cubicBezTo>
                  <a:lnTo>
                    <a:pt x="21156" y="21600"/>
                  </a:lnTo>
                  <a:cubicBezTo>
                    <a:pt x="19937" y="20911"/>
                    <a:pt x="18965" y="20084"/>
                    <a:pt x="18298" y="19168"/>
                  </a:cubicBezTo>
                  <a:cubicBezTo>
                    <a:pt x="17547" y="18136"/>
                    <a:pt x="17200" y="17017"/>
                    <a:pt x="17283" y="15894"/>
                  </a:cubicBezTo>
                  <a:lnTo>
                    <a:pt x="172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60" name="Google Shape;260;p42"/>
            <p:cNvSpPr/>
            <p:nvPr/>
          </p:nvSpPr>
          <p:spPr>
            <a:xfrm>
              <a:off x="3115511" y="3097809"/>
              <a:ext cx="1752732" cy="1245780"/>
            </a:xfrm>
            <a:custGeom>
              <a:rect b="b" l="l" r="r" t="t"/>
              <a:pathLst>
                <a:path extrusionOk="0" h="21600" w="21600">
                  <a:moveTo>
                    <a:pt x="21600" y="6445"/>
                  </a:moveTo>
                  <a:lnTo>
                    <a:pt x="13829" y="21600"/>
                  </a:lnTo>
                  <a:cubicBezTo>
                    <a:pt x="10009" y="20297"/>
                    <a:pt x="6587" y="17300"/>
                    <a:pt x="4071" y="13051"/>
                  </a:cubicBezTo>
                  <a:cubicBezTo>
                    <a:pt x="1866" y="9328"/>
                    <a:pt x="455" y="4804"/>
                    <a:pt x="0" y="0"/>
                  </a:cubicBezTo>
                  <a:lnTo>
                    <a:pt x="15759" y="7124"/>
                  </a:lnTo>
                  <a:cubicBezTo>
                    <a:pt x="16726" y="7545"/>
                    <a:pt x="17742" y="7698"/>
                    <a:pt x="18751" y="7576"/>
                  </a:cubicBezTo>
                  <a:cubicBezTo>
                    <a:pt x="19743" y="7456"/>
                    <a:pt x="20710" y="7073"/>
                    <a:pt x="21600" y="64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4311781" y="2799840"/>
              <a:ext cx="1526364" cy="1581913"/>
            </a:xfrm>
            <a:custGeom>
              <a:rect b="b" l="l" r="r" t="t"/>
              <a:pathLst>
                <a:path extrusionOk="0" h="21243" w="21600">
                  <a:moveTo>
                    <a:pt x="12593" y="0"/>
                  </a:moveTo>
                  <a:lnTo>
                    <a:pt x="21600" y="11784"/>
                  </a:lnTo>
                  <a:cubicBezTo>
                    <a:pt x="19267" y="15419"/>
                    <a:pt x="15759" y="18239"/>
                    <a:pt x="11598" y="19826"/>
                  </a:cubicBezTo>
                  <a:cubicBezTo>
                    <a:pt x="7919" y="21229"/>
                    <a:pt x="3894" y="21600"/>
                    <a:pt x="0" y="20896"/>
                  </a:cubicBezTo>
                  <a:lnTo>
                    <a:pt x="10857" y="6567"/>
                  </a:lnTo>
                  <a:cubicBezTo>
                    <a:pt x="11599" y="5663"/>
                    <a:pt x="12137" y="4623"/>
                    <a:pt x="12439" y="3514"/>
                  </a:cubicBezTo>
                  <a:cubicBezTo>
                    <a:pt x="12751" y="2366"/>
                    <a:pt x="12804" y="1168"/>
                    <a:pt x="125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4676823" y="1946286"/>
              <a:ext cx="1378690" cy="1668222"/>
            </a:xfrm>
            <a:custGeom>
              <a:rect b="b" l="l" r="r" t="t"/>
              <a:pathLst>
                <a:path extrusionOk="0" h="21600" w="21337">
                  <a:moveTo>
                    <a:pt x="0" y="4387"/>
                  </a:moveTo>
                  <a:lnTo>
                    <a:pt x="15846" y="0"/>
                  </a:lnTo>
                  <a:cubicBezTo>
                    <a:pt x="19012" y="3104"/>
                    <a:pt x="20914" y="6970"/>
                    <a:pt x="21275" y="11038"/>
                  </a:cubicBezTo>
                  <a:cubicBezTo>
                    <a:pt x="21600" y="14704"/>
                    <a:pt x="20656" y="18371"/>
                    <a:pt x="18557" y="21600"/>
                  </a:cubicBezTo>
                  <a:lnTo>
                    <a:pt x="6371" y="7619"/>
                  </a:lnTo>
                  <a:cubicBezTo>
                    <a:pt x="5672" y="6816"/>
                    <a:pt x="4801" y="6128"/>
                    <a:pt x="3803" y="5590"/>
                  </a:cubicBezTo>
                  <a:cubicBezTo>
                    <a:pt x="2651" y="4968"/>
                    <a:pt x="1355" y="4558"/>
                    <a:pt x="0" y="438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63" name="Google Shape;263;p42"/>
            <p:cNvSpPr txBox="1"/>
            <p:nvPr/>
          </p:nvSpPr>
          <p:spPr>
            <a:xfrm>
              <a:off x="4444343" y="1670781"/>
              <a:ext cx="3123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1600"/>
            </a:p>
          </p:txBody>
        </p:sp>
        <p:sp>
          <p:nvSpPr>
            <p:cNvPr id="264" name="Google Shape;264;p42"/>
            <p:cNvSpPr txBox="1"/>
            <p:nvPr/>
          </p:nvSpPr>
          <p:spPr>
            <a:xfrm>
              <a:off x="5443660" y="2500224"/>
              <a:ext cx="3606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sz="1600"/>
            </a:p>
          </p:txBody>
        </p:sp>
        <p:sp>
          <p:nvSpPr>
            <p:cNvPr id="265" name="Google Shape;265;p42"/>
            <p:cNvSpPr txBox="1"/>
            <p:nvPr/>
          </p:nvSpPr>
          <p:spPr>
            <a:xfrm>
              <a:off x="4929328" y="3709325"/>
              <a:ext cx="368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sz="1600"/>
            </a:p>
          </p:txBody>
        </p:sp>
        <p:sp>
          <p:nvSpPr>
            <p:cNvPr id="266" name="Google Shape;266;p42"/>
            <p:cNvSpPr txBox="1"/>
            <p:nvPr/>
          </p:nvSpPr>
          <p:spPr>
            <a:xfrm>
              <a:off x="3677557" y="3598802"/>
              <a:ext cx="386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sz="1600"/>
            </a:p>
          </p:txBody>
        </p:sp>
        <p:sp>
          <p:nvSpPr>
            <p:cNvPr id="267" name="Google Shape;267;p42"/>
            <p:cNvSpPr txBox="1"/>
            <p:nvPr/>
          </p:nvSpPr>
          <p:spPr>
            <a:xfrm>
              <a:off x="3395840" y="2345006"/>
              <a:ext cx="3804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  <a:endParaRPr sz="1600"/>
            </a:p>
          </p:txBody>
        </p:sp>
      </p:grpSp>
      <p:sp>
        <p:nvSpPr>
          <p:cNvPr id="268" name="Google Shape;268;p42"/>
          <p:cNvSpPr txBox="1"/>
          <p:nvPr>
            <p:ph idx="5" type="subTitle"/>
          </p:nvPr>
        </p:nvSpPr>
        <p:spPr>
          <a:xfrm>
            <a:off x="6354875" y="3668350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4_3">
  <p:cSld name="CUSTOM_3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/>
        </p:nvSpPr>
        <p:spPr>
          <a:xfrm>
            <a:off x="563145" y="14981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271" name="Google Shape;271;p43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72" name="Google Shape;272;p43"/>
          <p:cNvSpPr txBox="1"/>
          <p:nvPr>
            <p:ph idx="1" type="subTitle"/>
          </p:nvPr>
        </p:nvSpPr>
        <p:spPr>
          <a:xfrm>
            <a:off x="1106375" y="144422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73" name="Google Shape;273;p43"/>
          <p:cNvSpPr txBox="1"/>
          <p:nvPr/>
        </p:nvSpPr>
        <p:spPr>
          <a:xfrm>
            <a:off x="4944270" y="14981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274" name="Google Shape;274;p43"/>
          <p:cNvSpPr txBox="1"/>
          <p:nvPr>
            <p:ph idx="2" type="subTitle"/>
          </p:nvPr>
        </p:nvSpPr>
        <p:spPr>
          <a:xfrm>
            <a:off x="5487500" y="144422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75" name="Google Shape;275;p43"/>
          <p:cNvSpPr txBox="1"/>
          <p:nvPr/>
        </p:nvSpPr>
        <p:spPr>
          <a:xfrm>
            <a:off x="563145" y="323542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276" name="Google Shape;276;p43"/>
          <p:cNvSpPr txBox="1"/>
          <p:nvPr>
            <p:ph idx="3" type="subTitle"/>
          </p:nvPr>
        </p:nvSpPr>
        <p:spPr>
          <a:xfrm>
            <a:off x="1106375" y="317417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77" name="Google Shape;277;p43"/>
          <p:cNvSpPr txBox="1"/>
          <p:nvPr/>
        </p:nvSpPr>
        <p:spPr>
          <a:xfrm>
            <a:off x="4944270" y="323542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278" name="Google Shape;278;p43"/>
          <p:cNvSpPr txBox="1"/>
          <p:nvPr>
            <p:ph idx="4" type="subTitle"/>
          </p:nvPr>
        </p:nvSpPr>
        <p:spPr>
          <a:xfrm>
            <a:off x="5487500" y="317417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04">
          <p15:clr>
            <a:srgbClr val="E46962"/>
          </p15:clr>
        </p15:guide>
        <p15:guide id="2" orient="horz" pos="979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 type="tx">
  <p:cSld name="TITLE_AND_BODY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650850" y="1987200"/>
            <a:ext cx="37767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6" name="Google Shape;286;p45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7" name="Google Shape;287;p45"/>
          <p:cNvSpPr txBox="1"/>
          <p:nvPr>
            <p:ph idx="2" type="body"/>
          </p:nvPr>
        </p:nvSpPr>
        <p:spPr>
          <a:xfrm>
            <a:off x="4845450" y="1987200"/>
            <a:ext cx="37323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45"/>
          <p:cNvSpPr/>
          <p:nvPr/>
        </p:nvSpPr>
        <p:spPr>
          <a:xfrm>
            <a:off x="566250" y="1370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5"/>
          <p:cNvSpPr/>
          <p:nvPr/>
        </p:nvSpPr>
        <p:spPr>
          <a:xfrm>
            <a:off x="4760850" y="1370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5"/>
          <p:cNvSpPr/>
          <p:nvPr/>
        </p:nvSpPr>
        <p:spPr>
          <a:xfrm>
            <a:off x="566250" y="1738675"/>
            <a:ext cx="156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5"/>
          <p:cNvSpPr/>
          <p:nvPr/>
        </p:nvSpPr>
        <p:spPr>
          <a:xfrm>
            <a:off x="4760850" y="1738675"/>
            <a:ext cx="156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5"/>
          <p:cNvSpPr txBox="1"/>
          <p:nvPr>
            <p:ph idx="3" type="subTitle"/>
          </p:nvPr>
        </p:nvSpPr>
        <p:spPr>
          <a:xfrm>
            <a:off x="695250" y="1367825"/>
            <a:ext cx="37323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293" name="Google Shape;293;p45"/>
          <p:cNvSpPr txBox="1"/>
          <p:nvPr>
            <p:ph idx="4" type="subTitle"/>
          </p:nvPr>
        </p:nvSpPr>
        <p:spPr>
          <a:xfrm>
            <a:off x="4845525" y="1367825"/>
            <a:ext cx="37323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v1" type="title">
  <p:cSld name="TITL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type="title"/>
          </p:nvPr>
        </p:nvSpPr>
        <p:spPr>
          <a:xfrm>
            <a:off x="632175" y="788350"/>
            <a:ext cx="76797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96" name="Google Shape;29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7" name="Google Shape;297;p46"/>
          <p:cNvSpPr txBox="1"/>
          <p:nvPr>
            <p:ph idx="1" type="body"/>
          </p:nvPr>
        </p:nvSpPr>
        <p:spPr>
          <a:xfrm>
            <a:off x="632175" y="1585075"/>
            <a:ext cx="5520900" cy="2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>
  <p:cSld name="TITLE_AND_BODY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47"/>
          <p:cNvSpPr txBox="1"/>
          <p:nvPr>
            <p:ph idx="1" type="body"/>
          </p:nvPr>
        </p:nvSpPr>
        <p:spPr>
          <a:xfrm>
            <a:off x="566250" y="1188300"/>
            <a:ext cx="77772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1" name="Google Shape;301;p47"/>
          <p:cNvSpPr/>
          <p:nvPr/>
        </p:nvSpPr>
        <p:spPr>
          <a:xfrm>
            <a:off x="0" y="0"/>
            <a:ext cx="9144000" cy="5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TITLE_AND_BODY_1_3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/>
          <p:nvPr/>
        </p:nvSpPr>
        <p:spPr>
          <a:xfrm>
            <a:off x="0" y="0"/>
            <a:ext cx="9144000" cy="116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8"/>
          <p:cNvSpPr txBox="1"/>
          <p:nvPr>
            <p:ph type="title"/>
          </p:nvPr>
        </p:nvSpPr>
        <p:spPr>
          <a:xfrm>
            <a:off x="566250" y="293700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5" name="Google Shape;305;p48"/>
          <p:cNvSpPr txBox="1"/>
          <p:nvPr>
            <p:ph idx="1" type="body"/>
          </p:nvPr>
        </p:nvSpPr>
        <p:spPr>
          <a:xfrm>
            <a:off x="566250" y="1377275"/>
            <a:ext cx="7777200" cy="27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6" name="Google Shape;306;p48"/>
          <p:cNvSpPr/>
          <p:nvPr/>
        </p:nvSpPr>
        <p:spPr>
          <a:xfrm>
            <a:off x="0" y="0"/>
            <a:ext cx="9144000" cy="5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TITLE_AND_BODY_1_3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9"/>
          <p:cNvSpPr/>
          <p:nvPr>
            <p:ph idx="2" type="pic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49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1" name="Google Shape;311;p49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>
  <p:cSld name="TITLE_AND_BODY_1_3_1_2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0"/>
          <p:cNvSpPr/>
          <p:nvPr>
            <p:ph idx="2" type="pic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50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7" name="Google Shape;317;p50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8" name="Google Shape;318;p50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+ image">
  <p:cSld name="TITLE_AND_BODY_1_3_1_2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1"/>
          <p:cNvSpPr/>
          <p:nvPr>
            <p:ph idx="2" type="pic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51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3" name="Google Shape;323;p51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4" name="Google Shape;324;p51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TITLE_AND_BODY_1_3_1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/>
          <p:nvPr/>
        </p:nvSpPr>
        <p:spPr>
          <a:xfrm>
            <a:off x="0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2"/>
          <p:cNvSpPr/>
          <p:nvPr>
            <p:ph idx="2" type="pic"/>
          </p:nvPr>
        </p:nvSpPr>
        <p:spPr>
          <a:xfrm>
            <a:off x="0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2"/>
          <p:cNvSpPr txBox="1"/>
          <p:nvPr>
            <p:ph type="title"/>
          </p:nvPr>
        </p:nvSpPr>
        <p:spPr>
          <a:xfrm>
            <a:off x="46515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9" name="Google Shape;329;p52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0" name="Google Shape;330;p52"/>
          <p:cNvSpPr txBox="1"/>
          <p:nvPr>
            <p:ph idx="1" type="body"/>
          </p:nvPr>
        </p:nvSpPr>
        <p:spPr>
          <a:xfrm>
            <a:off x="46515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 + image">
  <p:cSld name="TITLE_AND_BODY_1_3_1_1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/>
          <p:nvPr/>
        </p:nvSpPr>
        <p:spPr>
          <a:xfrm>
            <a:off x="0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3"/>
          <p:cNvSpPr/>
          <p:nvPr>
            <p:ph idx="2" type="pic"/>
          </p:nvPr>
        </p:nvSpPr>
        <p:spPr>
          <a:xfrm>
            <a:off x="0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3"/>
          <p:cNvSpPr txBox="1"/>
          <p:nvPr>
            <p:ph type="title"/>
          </p:nvPr>
        </p:nvSpPr>
        <p:spPr>
          <a:xfrm>
            <a:off x="46515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5" name="Google Shape;335;p53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6" name="Google Shape;336;p53"/>
          <p:cNvSpPr txBox="1"/>
          <p:nvPr>
            <p:ph idx="1" type="body"/>
          </p:nvPr>
        </p:nvSpPr>
        <p:spPr>
          <a:xfrm>
            <a:off x="46515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✓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✓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 a list + image">
  <p:cSld name="MAIN_POINT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4"/>
          <p:cNvSpPr/>
          <p:nvPr/>
        </p:nvSpPr>
        <p:spPr>
          <a:xfrm>
            <a:off x="0" y="3249700"/>
            <a:ext cx="9144000" cy="190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4"/>
          <p:cNvSpPr/>
          <p:nvPr>
            <p:ph idx="2" type="pic"/>
          </p:nvPr>
        </p:nvSpPr>
        <p:spPr>
          <a:xfrm>
            <a:off x="560300" y="1522125"/>
            <a:ext cx="3922200" cy="3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54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41" name="Google Shape;341;p54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2" name="Google Shape;342;p54"/>
          <p:cNvSpPr/>
          <p:nvPr/>
        </p:nvSpPr>
        <p:spPr>
          <a:xfrm>
            <a:off x="4855875" y="445025"/>
            <a:ext cx="3726000" cy="1044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4"/>
          <p:cNvSpPr/>
          <p:nvPr/>
        </p:nvSpPr>
        <p:spPr>
          <a:xfrm>
            <a:off x="4855875" y="1753439"/>
            <a:ext cx="3726000" cy="1076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4"/>
          <p:cNvSpPr/>
          <p:nvPr/>
        </p:nvSpPr>
        <p:spPr>
          <a:xfrm>
            <a:off x="4855875" y="3070475"/>
            <a:ext cx="3726000" cy="107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4"/>
          <p:cNvSpPr txBox="1"/>
          <p:nvPr>
            <p:ph idx="1" type="body"/>
          </p:nvPr>
        </p:nvSpPr>
        <p:spPr>
          <a:xfrm>
            <a:off x="5481550" y="547625"/>
            <a:ext cx="29727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46" name="Google Shape;346;p54"/>
          <p:cNvSpPr txBox="1"/>
          <p:nvPr>
            <p:ph idx="3" type="body"/>
          </p:nvPr>
        </p:nvSpPr>
        <p:spPr>
          <a:xfrm>
            <a:off x="5481550" y="1872537"/>
            <a:ext cx="2972700" cy="8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47" name="Google Shape;347;p54"/>
          <p:cNvSpPr txBox="1"/>
          <p:nvPr>
            <p:ph idx="4" type="body"/>
          </p:nvPr>
        </p:nvSpPr>
        <p:spPr>
          <a:xfrm>
            <a:off x="5481550" y="3189875"/>
            <a:ext cx="2972700" cy="8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48" name="Google Shape;348;p54"/>
          <p:cNvSpPr txBox="1"/>
          <p:nvPr/>
        </p:nvSpPr>
        <p:spPr>
          <a:xfrm>
            <a:off x="5041100" y="83367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54"/>
          <p:cNvSpPr txBox="1"/>
          <p:nvPr/>
        </p:nvSpPr>
        <p:spPr>
          <a:xfrm>
            <a:off x="5041100" y="2146400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54"/>
          <p:cNvSpPr txBox="1"/>
          <p:nvPr/>
        </p:nvSpPr>
        <p:spPr>
          <a:xfrm>
            <a:off x="5041100" y="345942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 a list + image 1">
  <p:cSld name="MAIN_POINT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"/>
          <p:cNvSpPr/>
          <p:nvPr/>
        </p:nvSpPr>
        <p:spPr>
          <a:xfrm>
            <a:off x="0" y="3249700"/>
            <a:ext cx="9144000" cy="190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5"/>
          <p:cNvSpPr/>
          <p:nvPr>
            <p:ph idx="2" type="pic"/>
          </p:nvPr>
        </p:nvSpPr>
        <p:spPr>
          <a:xfrm>
            <a:off x="560300" y="1522125"/>
            <a:ext cx="3922200" cy="3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55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55" name="Google Shape;355;p55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6" name="Google Shape;356;p55"/>
          <p:cNvSpPr/>
          <p:nvPr/>
        </p:nvSpPr>
        <p:spPr>
          <a:xfrm>
            <a:off x="4855875" y="819675"/>
            <a:ext cx="3726000" cy="169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5"/>
          <p:cNvSpPr/>
          <p:nvPr/>
        </p:nvSpPr>
        <p:spPr>
          <a:xfrm>
            <a:off x="4855875" y="3177964"/>
            <a:ext cx="3726000" cy="169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5"/>
          <p:cNvSpPr txBox="1"/>
          <p:nvPr>
            <p:ph idx="1" type="body"/>
          </p:nvPr>
        </p:nvSpPr>
        <p:spPr>
          <a:xfrm>
            <a:off x="4992675" y="957875"/>
            <a:ext cx="3452400" cy="14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59" name="Google Shape;359;p55"/>
          <p:cNvSpPr txBox="1"/>
          <p:nvPr>
            <p:ph idx="3" type="body"/>
          </p:nvPr>
        </p:nvSpPr>
        <p:spPr>
          <a:xfrm>
            <a:off x="5001050" y="3332050"/>
            <a:ext cx="3453300" cy="14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60" name="Google Shape;360;p55"/>
          <p:cNvSpPr/>
          <p:nvPr/>
        </p:nvSpPr>
        <p:spPr>
          <a:xfrm>
            <a:off x="4855875" y="819675"/>
            <a:ext cx="18000" cy="169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3780000" dist="19050">
              <a:srgbClr val="D9D9D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61" name="Google Shape;361;p55"/>
          <p:cNvSpPr/>
          <p:nvPr/>
        </p:nvSpPr>
        <p:spPr>
          <a:xfrm>
            <a:off x="4855981" y="3177975"/>
            <a:ext cx="18000" cy="1691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3780000" dist="19050">
              <a:srgbClr val="D9D9D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items in  a list + image">
  <p:cSld name="MAIN_POINT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/>
          <p:nvPr/>
        </p:nvSpPr>
        <p:spPr>
          <a:xfrm>
            <a:off x="0" y="3249700"/>
            <a:ext cx="9144000" cy="190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6"/>
          <p:cNvSpPr/>
          <p:nvPr>
            <p:ph idx="2" type="pic"/>
          </p:nvPr>
        </p:nvSpPr>
        <p:spPr>
          <a:xfrm>
            <a:off x="560300" y="1522125"/>
            <a:ext cx="3922200" cy="3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6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66" name="Google Shape;366;p56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7" name="Google Shape;367;p56"/>
          <p:cNvSpPr/>
          <p:nvPr/>
        </p:nvSpPr>
        <p:spPr>
          <a:xfrm>
            <a:off x="4855875" y="819675"/>
            <a:ext cx="3726000" cy="169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6"/>
          <p:cNvSpPr/>
          <p:nvPr/>
        </p:nvSpPr>
        <p:spPr>
          <a:xfrm>
            <a:off x="4855875" y="3177964"/>
            <a:ext cx="3726000" cy="169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6"/>
          <p:cNvSpPr txBox="1"/>
          <p:nvPr>
            <p:ph idx="1" type="body"/>
          </p:nvPr>
        </p:nvSpPr>
        <p:spPr>
          <a:xfrm>
            <a:off x="4992675" y="957875"/>
            <a:ext cx="3452400" cy="14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70" name="Google Shape;370;p56"/>
          <p:cNvSpPr txBox="1"/>
          <p:nvPr>
            <p:ph idx="3" type="body"/>
          </p:nvPr>
        </p:nvSpPr>
        <p:spPr>
          <a:xfrm>
            <a:off x="5001050" y="3332050"/>
            <a:ext cx="3453300" cy="14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71" name="Google Shape;371;p56"/>
          <p:cNvSpPr/>
          <p:nvPr/>
        </p:nvSpPr>
        <p:spPr>
          <a:xfrm>
            <a:off x="4855875" y="819675"/>
            <a:ext cx="18000" cy="169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3780000" dist="19050">
              <a:srgbClr val="D9D9D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2" name="Google Shape;372;p56"/>
          <p:cNvSpPr/>
          <p:nvPr/>
        </p:nvSpPr>
        <p:spPr>
          <a:xfrm>
            <a:off x="4855981" y="3177975"/>
            <a:ext cx="18000" cy="1691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3780000" dist="19050">
              <a:srgbClr val="D9D9D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a list">
  <p:cSld name="TITLE_AND_BODY_1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7"/>
          <p:cNvSpPr/>
          <p:nvPr/>
        </p:nvSpPr>
        <p:spPr>
          <a:xfrm>
            <a:off x="3322875" y="4474775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7"/>
          <p:cNvSpPr/>
          <p:nvPr/>
        </p:nvSpPr>
        <p:spPr>
          <a:xfrm>
            <a:off x="6079500" y="4474775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7"/>
          <p:cNvSpPr/>
          <p:nvPr/>
        </p:nvSpPr>
        <p:spPr>
          <a:xfrm>
            <a:off x="645900" y="4474800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7" name="Google Shape;377;p57"/>
          <p:cNvGrpSpPr/>
          <p:nvPr/>
        </p:nvGrpSpPr>
        <p:grpSpPr>
          <a:xfrm>
            <a:off x="565200" y="1607413"/>
            <a:ext cx="2577600" cy="2867388"/>
            <a:chOff x="565200" y="1607413"/>
            <a:chExt cx="2577600" cy="2867388"/>
          </a:xfrm>
        </p:grpSpPr>
        <p:sp>
          <p:nvSpPr>
            <p:cNvPr id="378" name="Google Shape;378;p57"/>
            <p:cNvSpPr/>
            <p:nvPr/>
          </p:nvSpPr>
          <p:spPr>
            <a:xfrm>
              <a:off x="565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79" name="Google Shape;379;p57"/>
            <p:cNvSpPr/>
            <p:nvPr/>
          </p:nvSpPr>
          <p:spPr>
            <a:xfrm>
              <a:off x="1622250" y="1607413"/>
              <a:ext cx="463500" cy="463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3EAB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80" name="Google Shape;380;p57"/>
          <p:cNvGrpSpPr/>
          <p:nvPr/>
        </p:nvGrpSpPr>
        <p:grpSpPr>
          <a:xfrm>
            <a:off x="3283200" y="1607425"/>
            <a:ext cx="2577600" cy="2867375"/>
            <a:chOff x="3283200" y="1607425"/>
            <a:chExt cx="2577600" cy="2867375"/>
          </a:xfrm>
        </p:grpSpPr>
        <p:sp>
          <p:nvSpPr>
            <p:cNvPr id="381" name="Google Shape;381;p57"/>
            <p:cNvSpPr/>
            <p:nvPr/>
          </p:nvSpPr>
          <p:spPr>
            <a:xfrm>
              <a:off x="3283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82" name="Google Shape;382;p57"/>
            <p:cNvSpPr/>
            <p:nvPr/>
          </p:nvSpPr>
          <p:spPr>
            <a:xfrm>
              <a:off x="4340250" y="1607425"/>
              <a:ext cx="463500" cy="463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3EAB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83" name="Google Shape;383;p57"/>
          <p:cNvGrpSpPr/>
          <p:nvPr/>
        </p:nvGrpSpPr>
        <p:grpSpPr>
          <a:xfrm>
            <a:off x="6001200" y="1607425"/>
            <a:ext cx="2577600" cy="2867375"/>
            <a:chOff x="6001200" y="1607425"/>
            <a:chExt cx="2577600" cy="2867375"/>
          </a:xfrm>
        </p:grpSpPr>
        <p:sp>
          <p:nvSpPr>
            <p:cNvPr id="384" name="Google Shape;384;p57"/>
            <p:cNvSpPr/>
            <p:nvPr/>
          </p:nvSpPr>
          <p:spPr>
            <a:xfrm>
              <a:off x="6001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85" name="Google Shape;385;p57"/>
            <p:cNvSpPr/>
            <p:nvPr/>
          </p:nvSpPr>
          <p:spPr>
            <a:xfrm>
              <a:off x="7058250" y="1607425"/>
              <a:ext cx="463500" cy="463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3EAB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386" name="Google Shape;386;p5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57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8" name="Google Shape;388;p57"/>
          <p:cNvSpPr txBox="1"/>
          <p:nvPr/>
        </p:nvSpPr>
        <p:spPr>
          <a:xfrm>
            <a:off x="1614175" y="1607425"/>
            <a:ext cx="4788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57"/>
          <p:cNvSpPr txBox="1"/>
          <p:nvPr/>
        </p:nvSpPr>
        <p:spPr>
          <a:xfrm>
            <a:off x="4336400" y="1619450"/>
            <a:ext cx="4788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57"/>
          <p:cNvSpPr txBox="1"/>
          <p:nvPr/>
        </p:nvSpPr>
        <p:spPr>
          <a:xfrm>
            <a:off x="7051025" y="1619450"/>
            <a:ext cx="4788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57"/>
          <p:cNvSpPr txBox="1"/>
          <p:nvPr>
            <p:ph idx="1" type="body"/>
          </p:nvPr>
        </p:nvSpPr>
        <p:spPr>
          <a:xfrm>
            <a:off x="7267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2" name="Google Shape;392;p57"/>
          <p:cNvSpPr txBox="1"/>
          <p:nvPr>
            <p:ph idx="2" type="body"/>
          </p:nvPr>
        </p:nvSpPr>
        <p:spPr>
          <a:xfrm>
            <a:off x="344130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3" name="Google Shape;393;p57"/>
          <p:cNvSpPr txBox="1"/>
          <p:nvPr>
            <p:ph idx="3" type="body"/>
          </p:nvPr>
        </p:nvSpPr>
        <p:spPr>
          <a:xfrm>
            <a:off x="61558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a list v2">
  <p:cSld name="TITLE_AND_BODY_1_1_1_1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/>
          <p:nvPr/>
        </p:nvSpPr>
        <p:spPr>
          <a:xfrm>
            <a:off x="0" y="0"/>
            <a:ext cx="9144000" cy="257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8"/>
          <p:cNvSpPr/>
          <p:nvPr/>
        </p:nvSpPr>
        <p:spPr>
          <a:xfrm>
            <a:off x="3322875" y="4477175"/>
            <a:ext cx="2418600" cy="91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8"/>
          <p:cNvSpPr/>
          <p:nvPr/>
        </p:nvSpPr>
        <p:spPr>
          <a:xfrm>
            <a:off x="6079500" y="4477175"/>
            <a:ext cx="2418600" cy="91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8"/>
          <p:cNvSpPr/>
          <p:nvPr/>
        </p:nvSpPr>
        <p:spPr>
          <a:xfrm>
            <a:off x="645900" y="4477175"/>
            <a:ext cx="2418600" cy="91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0" name="Google Shape;400;p58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01" name="Google Shape;401;p58"/>
          <p:cNvGrpSpPr/>
          <p:nvPr/>
        </p:nvGrpSpPr>
        <p:grpSpPr>
          <a:xfrm>
            <a:off x="565200" y="1608200"/>
            <a:ext cx="2577600" cy="2866600"/>
            <a:chOff x="565200" y="1608200"/>
            <a:chExt cx="2577600" cy="2866600"/>
          </a:xfrm>
        </p:grpSpPr>
        <p:sp>
          <p:nvSpPr>
            <p:cNvPr id="402" name="Google Shape;402;p58"/>
            <p:cNvSpPr/>
            <p:nvPr/>
          </p:nvSpPr>
          <p:spPr>
            <a:xfrm>
              <a:off x="565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3" name="Google Shape;403;p58"/>
            <p:cNvSpPr/>
            <p:nvPr/>
          </p:nvSpPr>
          <p:spPr>
            <a:xfrm>
              <a:off x="1561600" y="1608200"/>
              <a:ext cx="510600" cy="510600"/>
            </a:xfrm>
            <a:prstGeom prst="ellipse">
              <a:avLst/>
            </a:prstGeom>
            <a:solidFill>
              <a:srgbClr val="3E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04" name="Google Shape;404;p58"/>
          <p:cNvGrpSpPr/>
          <p:nvPr/>
        </p:nvGrpSpPr>
        <p:grpSpPr>
          <a:xfrm>
            <a:off x="3283200" y="1608200"/>
            <a:ext cx="2577600" cy="2866600"/>
            <a:chOff x="3283200" y="1608200"/>
            <a:chExt cx="2577600" cy="2866600"/>
          </a:xfrm>
        </p:grpSpPr>
        <p:sp>
          <p:nvSpPr>
            <p:cNvPr id="405" name="Google Shape;405;p58"/>
            <p:cNvSpPr/>
            <p:nvPr/>
          </p:nvSpPr>
          <p:spPr>
            <a:xfrm>
              <a:off x="3283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6" name="Google Shape;406;p58"/>
            <p:cNvSpPr/>
            <p:nvPr/>
          </p:nvSpPr>
          <p:spPr>
            <a:xfrm>
              <a:off x="4316700" y="1608200"/>
              <a:ext cx="510600" cy="510600"/>
            </a:xfrm>
            <a:prstGeom prst="ellipse">
              <a:avLst/>
            </a:prstGeom>
            <a:solidFill>
              <a:srgbClr val="3E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07" name="Google Shape;407;p58"/>
          <p:cNvGrpSpPr/>
          <p:nvPr/>
        </p:nvGrpSpPr>
        <p:grpSpPr>
          <a:xfrm>
            <a:off x="6001200" y="1608200"/>
            <a:ext cx="2577600" cy="2866600"/>
            <a:chOff x="6001200" y="1608200"/>
            <a:chExt cx="2577600" cy="2866600"/>
          </a:xfrm>
        </p:grpSpPr>
        <p:sp>
          <p:nvSpPr>
            <p:cNvPr id="408" name="Google Shape;408;p58"/>
            <p:cNvSpPr/>
            <p:nvPr/>
          </p:nvSpPr>
          <p:spPr>
            <a:xfrm>
              <a:off x="6001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9" name="Google Shape;409;p58"/>
            <p:cNvSpPr/>
            <p:nvPr/>
          </p:nvSpPr>
          <p:spPr>
            <a:xfrm>
              <a:off x="7034700" y="1608200"/>
              <a:ext cx="510600" cy="510600"/>
            </a:xfrm>
            <a:prstGeom prst="ellipse">
              <a:avLst/>
            </a:prstGeom>
            <a:solidFill>
              <a:srgbClr val="3E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410" name="Google Shape;410;p58"/>
          <p:cNvSpPr txBox="1"/>
          <p:nvPr/>
        </p:nvSpPr>
        <p:spPr>
          <a:xfrm>
            <a:off x="1559475" y="1608200"/>
            <a:ext cx="51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1" name="Google Shape;411;p58"/>
          <p:cNvSpPr txBox="1"/>
          <p:nvPr/>
        </p:nvSpPr>
        <p:spPr>
          <a:xfrm>
            <a:off x="4329575" y="1610450"/>
            <a:ext cx="4818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58"/>
          <p:cNvSpPr txBox="1"/>
          <p:nvPr/>
        </p:nvSpPr>
        <p:spPr>
          <a:xfrm>
            <a:off x="7038125" y="1610450"/>
            <a:ext cx="51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58"/>
          <p:cNvSpPr txBox="1"/>
          <p:nvPr>
            <p:ph idx="1" type="body"/>
          </p:nvPr>
        </p:nvSpPr>
        <p:spPr>
          <a:xfrm>
            <a:off x="7267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4" name="Google Shape;414;p58"/>
          <p:cNvSpPr txBox="1"/>
          <p:nvPr>
            <p:ph idx="2" type="body"/>
          </p:nvPr>
        </p:nvSpPr>
        <p:spPr>
          <a:xfrm>
            <a:off x="344130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5" name="Google Shape;415;p58"/>
          <p:cNvSpPr txBox="1"/>
          <p:nvPr>
            <p:ph idx="3" type="body"/>
          </p:nvPr>
        </p:nvSpPr>
        <p:spPr>
          <a:xfrm>
            <a:off x="61558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TITLE_AND_BODY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/>
          <p:nvPr/>
        </p:nvSpPr>
        <p:spPr>
          <a:xfrm>
            <a:off x="569625" y="1377275"/>
            <a:ext cx="25755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8" name="Google Shape;418;p59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9" name="Google Shape;419;p59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0" name="Google Shape;420;p59"/>
          <p:cNvSpPr txBox="1"/>
          <p:nvPr>
            <p:ph idx="1" type="body"/>
          </p:nvPr>
        </p:nvSpPr>
        <p:spPr>
          <a:xfrm>
            <a:off x="812325" y="2376000"/>
            <a:ext cx="20901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1" name="Google Shape;421;p59"/>
          <p:cNvSpPr/>
          <p:nvPr/>
        </p:nvSpPr>
        <p:spPr>
          <a:xfrm>
            <a:off x="3287688" y="1377275"/>
            <a:ext cx="25755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2" name="Google Shape;422;p59"/>
          <p:cNvSpPr/>
          <p:nvPr/>
        </p:nvSpPr>
        <p:spPr>
          <a:xfrm>
            <a:off x="6005751" y="1377275"/>
            <a:ext cx="25755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3" name="Google Shape;423;p59"/>
          <p:cNvSpPr txBox="1"/>
          <p:nvPr>
            <p:ph idx="2" type="body"/>
          </p:nvPr>
        </p:nvSpPr>
        <p:spPr>
          <a:xfrm>
            <a:off x="3530400" y="2377558"/>
            <a:ext cx="20901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4" name="Google Shape;424;p59"/>
          <p:cNvSpPr txBox="1"/>
          <p:nvPr>
            <p:ph idx="3" type="body"/>
          </p:nvPr>
        </p:nvSpPr>
        <p:spPr>
          <a:xfrm>
            <a:off x="6239000" y="2377558"/>
            <a:ext cx="20901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5" name="Google Shape;425;p59"/>
          <p:cNvSpPr txBox="1"/>
          <p:nvPr>
            <p:ph idx="4" type="subTitle"/>
          </p:nvPr>
        </p:nvSpPr>
        <p:spPr>
          <a:xfrm>
            <a:off x="812325" y="1803600"/>
            <a:ext cx="20901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Space Grotesk SemiBold"/>
              <a:buNone/>
              <a:defRPr sz="2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Space Grotesk SemiBold"/>
              <a:buNone/>
              <a:defRPr sz="2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Space Grotesk SemiBold"/>
              <a:buNone/>
              <a:defRPr sz="2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Space Grotesk SemiBold"/>
              <a:buNone/>
              <a:defRPr sz="2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Space Grotesk SemiBold"/>
              <a:buNone/>
              <a:defRPr sz="2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Space Grotesk SemiBold"/>
              <a:buNone/>
              <a:defRPr sz="2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Space Grotesk SemiBold"/>
              <a:buNone/>
              <a:defRPr sz="2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Space Grotesk SemiBold"/>
              <a:buNone/>
              <a:defRPr sz="2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426" name="Google Shape;426;p59"/>
          <p:cNvSpPr txBox="1"/>
          <p:nvPr>
            <p:ph idx="5" type="subTitle"/>
          </p:nvPr>
        </p:nvSpPr>
        <p:spPr>
          <a:xfrm>
            <a:off x="3464688" y="1803600"/>
            <a:ext cx="22215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427" name="Google Shape;427;p59"/>
          <p:cNvSpPr txBox="1"/>
          <p:nvPr>
            <p:ph idx="6" type="subTitle"/>
          </p:nvPr>
        </p:nvSpPr>
        <p:spPr>
          <a:xfrm>
            <a:off x="6182738" y="1803600"/>
            <a:ext cx="22215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1">
  <p:cSld name="CUSTOM_5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0"/>
          <p:cNvSpPr/>
          <p:nvPr/>
        </p:nvSpPr>
        <p:spPr>
          <a:xfrm>
            <a:off x="3358382" y="1546821"/>
            <a:ext cx="289800" cy="28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60"/>
          <p:cNvSpPr/>
          <p:nvPr/>
        </p:nvSpPr>
        <p:spPr>
          <a:xfrm>
            <a:off x="3417625" y="1605550"/>
            <a:ext cx="2280000" cy="212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60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2" name="Google Shape;432;p60"/>
          <p:cNvSpPr txBox="1"/>
          <p:nvPr>
            <p:ph idx="1" type="body"/>
          </p:nvPr>
        </p:nvSpPr>
        <p:spPr>
          <a:xfrm>
            <a:off x="3569725" y="1732450"/>
            <a:ext cx="19758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60"/>
          <p:cNvSpPr/>
          <p:nvPr/>
        </p:nvSpPr>
        <p:spPr>
          <a:xfrm>
            <a:off x="6260607" y="1546821"/>
            <a:ext cx="289800" cy="28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60"/>
          <p:cNvSpPr/>
          <p:nvPr/>
        </p:nvSpPr>
        <p:spPr>
          <a:xfrm>
            <a:off x="6319850" y="1605550"/>
            <a:ext cx="2280000" cy="212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60"/>
          <p:cNvSpPr txBox="1"/>
          <p:nvPr>
            <p:ph idx="2" type="body"/>
          </p:nvPr>
        </p:nvSpPr>
        <p:spPr>
          <a:xfrm>
            <a:off x="6471950" y="1732450"/>
            <a:ext cx="19758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60"/>
          <p:cNvSpPr/>
          <p:nvPr>
            <p:ph idx="3" type="pic"/>
          </p:nvPr>
        </p:nvSpPr>
        <p:spPr>
          <a:xfrm>
            <a:off x="396825" y="1185400"/>
            <a:ext cx="2205900" cy="3581400"/>
          </a:xfrm>
          <a:prstGeom prst="roundRect">
            <a:avLst>
              <a:gd fmla="val 2768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1 + image">
  <p:cSld name="CUSTOM_5_1_5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1"/>
          <p:cNvSpPr/>
          <p:nvPr/>
        </p:nvSpPr>
        <p:spPr>
          <a:xfrm>
            <a:off x="3358382" y="1546821"/>
            <a:ext cx="289800" cy="28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61"/>
          <p:cNvSpPr/>
          <p:nvPr/>
        </p:nvSpPr>
        <p:spPr>
          <a:xfrm>
            <a:off x="3417625" y="1605550"/>
            <a:ext cx="2280000" cy="212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p61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61"/>
          <p:cNvSpPr txBox="1"/>
          <p:nvPr>
            <p:ph idx="1" type="body"/>
          </p:nvPr>
        </p:nvSpPr>
        <p:spPr>
          <a:xfrm>
            <a:off x="3569725" y="1732450"/>
            <a:ext cx="19758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2" name="Google Shape;442;p61"/>
          <p:cNvSpPr/>
          <p:nvPr/>
        </p:nvSpPr>
        <p:spPr>
          <a:xfrm>
            <a:off x="6260607" y="1546821"/>
            <a:ext cx="289800" cy="28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61"/>
          <p:cNvSpPr/>
          <p:nvPr/>
        </p:nvSpPr>
        <p:spPr>
          <a:xfrm>
            <a:off x="6319850" y="1605550"/>
            <a:ext cx="2280000" cy="212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61"/>
          <p:cNvSpPr txBox="1"/>
          <p:nvPr>
            <p:ph idx="2" type="body"/>
          </p:nvPr>
        </p:nvSpPr>
        <p:spPr>
          <a:xfrm>
            <a:off x="6471950" y="1732450"/>
            <a:ext cx="19758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5" name="Google Shape;445;p61"/>
          <p:cNvSpPr/>
          <p:nvPr>
            <p:ph idx="3" type="pic"/>
          </p:nvPr>
        </p:nvSpPr>
        <p:spPr>
          <a:xfrm>
            <a:off x="396825" y="1185400"/>
            <a:ext cx="2205900" cy="3581400"/>
          </a:xfrm>
          <a:prstGeom prst="roundRect">
            <a:avLst>
              <a:gd fmla="val 2768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1 1">
  <p:cSld name="CUSTOM_5_1_4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2"/>
          <p:cNvSpPr/>
          <p:nvPr/>
        </p:nvSpPr>
        <p:spPr>
          <a:xfrm>
            <a:off x="447700" y="1371500"/>
            <a:ext cx="3909600" cy="2861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62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9" name="Google Shape;449;p62"/>
          <p:cNvSpPr txBox="1"/>
          <p:nvPr>
            <p:ph idx="1" type="body"/>
          </p:nvPr>
        </p:nvSpPr>
        <p:spPr>
          <a:xfrm>
            <a:off x="641050" y="1574900"/>
            <a:ext cx="35229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0" name="Google Shape;450;p62"/>
          <p:cNvSpPr/>
          <p:nvPr/>
        </p:nvSpPr>
        <p:spPr>
          <a:xfrm>
            <a:off x="4669650" y="1350000"/>
            <a:ext cx="3908100" cy="2861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p62"/>
          <p:cNvSpPr txBox="1"/>
          <p:nvPr>
            <p:ph idx="2" type="body"/>
          </p:nvPr>
        </p:nvSpPr>
        <p:spPr>
          <a:xfrm>
            <a:off x="4878450" y="1553400"/>
            <a:ext cx="34905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2">
  <p:cSld name="CUSTOM_5_1_3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3"/>
          <p:cNvSpPr/>
          <p:nvPr/>
        </p:nvSpPr>
        <p:spPr>
          <a:xfrm>
            <a:off x="3236813" y="1605550"/>
            <a:ext cx="2489100" cy="256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lgDashDot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4" name="Google Shape;454;p63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5" name="Google Shape;455;p63"/>
          <p:cNvSpPr txBox="1"/>
          <p:nvPr>
            <p:ph idx="1" type="body"/>
          </p:nvPr>
        </p:nvSpPr>
        <p:spPr>
          <a:xfrm>
            <a:off x="3378413" y="1730050"/>
            <a:ext cx="2205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6" name="Google Shape;456;p63"/>
          <p:cNvSpPr/>
          <p:nvPr/>
        </p:nvSpPr>
        <p:spPr>
          <a:xfrm>
            <a:off x="6197750" y="1605550"/>
            <a:ext cx="2487600" cy="256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lgDashDot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63"/>
          <p:cNvSpPr txBox="1"/>
          <p:nvPr>
            <p:ph idx="2" type="body"/>
          </p:nvPr>
        </p:nvSpPr>
        <p:spPr>
          <a:xfrm>
            <a:off x="6338600" y="1730050"/>
            <a:ext cx="2205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8" name="Google Shape;458;p63"/>
          <p:cNvSpPr/>
          <p:nvPr>
            <p:ph idx="3" type="pic"/>
          </p:nvPr>
        </p:nvSpPr>
        <p:spPr>
          <a:xfrm>
            <a:off x="396825" y="1185400"/>
            <a:ext cx="2205900" cy="3581400"/>
          </a:xfrm>
          <a:prstGeom prst="roundRect">
            <a:avLst>
              <a:gd fmla="val 2768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2 + image">
  <p:cSld name="CUSTOM_5_1_3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/>
          <p:nvPr/>
        </p:nvSpPr>
        <p:spPr>
          <a:xfrm>
            <a:off x="3236813" y="1605550"/>
            <a:ext cx="2489100" cy="256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lgDashDot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p64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64"/>
          <p:cNvSpPr txBox="1"/>
          <p:nvPr>
            <p:ph idx="1" type="body"/>
          </p:nvPr>
        </p:nvSpPr>
        <p:spPr>
          <a:xfrm>
            <a:off x="3378413" y="1730050"/>
            <a:ext cx="2205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3" name="Google Shape;463;p64"/>
          <p:cNvSpPr/>
          <p:nvPr/>
        </p:nvSpPr>
        <p:spPr>
          <a:xfrm>
            <a:off x="6197750" y="1605550"/>
            <a:ext cx="2487600" cy="256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lgDashDot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64"/>
          <p:cNvSpPr txBox="1"/>
          <p:nvPr>
            <p:ph idx="2" type="body"/>
          </p:nvPr>
        </p:nvSpPr>
        <p:spPr>
          <a:xfrm>
            <a:off x="6338600" y="1730050"/>
            <a:ext cx="2205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64"/>
          <p:cNvSpPr/>
          <p:nvPr>
            <p:ph idx="3" type="pic"/>
          </p:nvPr>
        </p:nvSpPr>
        <p:spPr>
          <a:xfrm>
            <a:off x="396825" y="1185400"/>
            <a:ext cx="2205900" cy="3581400"/>
          </a:xfrm>
          <a:prstGeom prst="roundRect">
            <a:avLst>
              <a:gd fmla="val 2768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oints v1">
  <p:cSld name="CUSTOM_5_1_2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5"/>
          <p:cNvSpPr/>
          <p:nvPr/>
        </p:nvSpPr>
        <p:spPr>
          <a:xfrm>
            <a:off x="389157" y="1546821"/>
            <a:ext cx="289800" cy="28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65"/>
          <p:cNvSpPr/>
          <p:nvPr/>
        </p:nvSpPr>
        <p:spPr>
          <a:xfrm>
            <a:off x="448400" y="1605550"/>
            <a:ext cx="2501400" cy="212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65"/>
          <p:cNvSpPr txBox="1"/>
          <p:nvPr>
            <p:ph type="title"/>
          </p:nvPr>
        </p:nvSpPr>
        <p:spPr>
          <a:xfrm>
            <a:off x="339450" y="369925"/>
            <a:ext cx="84651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0" name="Google Shape;470;p65"/>
          <p:cNvSpPr txBox="1"/>
          <p:nvPr>
            <p:ph idx="1" type="body"/>
          </p:nvPr>
        </p:nvSpPr>
        <p:spPr>
          <a:xfrm>
            <a:off x="611900" y="1732450"/>
            <a:ext cx="21744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1" name="Google Shape;471;p65"/>
          <p:cNvSpPr/>
          <p:nvPr/>
        </p:nvSpPr>
        <p:spPr>
          <a:xfrm>
            <a:off x="3291382" y="1546821"/>
            <a:ext cx="289800" cy="28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65"/>
          <p:cNvSpPr/>
          <p:nvPr/>
        </p:nvSpPr>
        <p:spPr>
          <a:xfrm>
            <a:off x="3350625" y="1605550"/>
            <a:ext cx="2502000" cy="212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Google Shape;473;p65"/>
          <p:cNvSpPr/>
          <p:nvPr/>
        </p:nvSpPr>
        <p:spPr>
          <a:xfrm>
            <a:off x="6193607" y="1546821"/>
            <a:ext cx="289800" cy="28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65"/>
          <p:cNvSpPr/>
          <p:nvPr/>
        </p:nvSpPr>
        <p:spPr>
          <a:xfrm>
            <a:off x="6252850" y="1605550"/>
            <a:ext cx="2502000" cy="212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65"/>
          <p:cNvSpPr txBox="1"/>
          <p:nvPr>
            <p:ph idx="2" type="body"/>
          </p:nvPr>
        </p:nvSpPr>
        <p:spPr>
          <a:xfrm>
            <a:off x="3514425" y="1732450"/>
            <a:ext cx="21744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6" name="Google Shape;476;p65"/>
          <p:cNvSpPr txBox="1"/>
          <p:nvPr>
            <p:ph idx="3" type="body"/>
          </p:nvPr>
        </p:nvSpPr>
        <p:spPr>
          <a:xfrm>
            <a:off x="6417400" y="1732450"/>
            <a:ext cx="21729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82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oints v2">
  <p:cSld name="CUSTOM_5_1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6"/>
          <p:cNvSpPr/>
          <p:nvPr/>
        </p:nvSpPr>
        <p:spPr>
          <a:xfrm>
            <a:off x="418775" y="1605550"/>
            <a:ext cx="2502000" cy="253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lgDashDot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66"/>
          <p:cNvSpPr txBox="1"/>
          <p:nvPr>
            <p:ph type="title"/>
          </p:nvPr>
        </p:nvSpPr>
        <p:spPr>
          <a:xfrm>
            <a:off x="313501" y="369925"/>
            <a:ext cx="8196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0" name="Google Shape;480;p66"/>
          <p:cNvSpPr txBox="1"/>
          <p:nvPr>
            <p:ph idx="1" type="body"/>
          </p:nvPr>
        </p:nvSpPr>
        <p:spPr>
          <a:xfrm>
            <a:off x="570875" y="1732450"/>
            <a:ext cx="21978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1" name="Google Shape;481;p66"/>
          <p:cNvSpPr/>
          <p:nvPr/>
        </p:nvSpPr>
        <p:spPr>
          <a:xfrm>
            <a:off x="3321000" y="1605550"/>
            <a:ext cx="2502000" cy="253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lgDashDot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" name="Google Shape;482;p66"/>
          <p:cNvSpPr/>
          <p:nvPr/>
        </p:nvSpPr>
        <p:spPr>
          <a:xfrm>
            <a:off x="6223225" y="1605550"/>
            <a:ext cx="2502000" cy="253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lgDashDot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66"/>
          <p:cNvSpPr txBox="1"/>
          <p:nvPr>
            <p:ph idx="2" type="body"/>
          </p:nvPr>
        </p:nvSpPr>
        <p:spPr>
          <a:xfrm>
            <a:off x="3472200" y="1732450"/>
            <a:ext cx="21996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4" name="Google Shape;484;p66"/>
          <p:cNvSpPr txBox="1"/>
          <p:nvPr>
            <p:ph idx="3" type="body"/>
          </p:nvPr>
        </p:nvSpPr>
        <p:spPr>
          <a:xfrm>
            <a:off x="6374425" y="1732450"/>
            <a:ext cx="21996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64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>
  <p:cSld name="TITLE_AND_BODY_1_1_1_1_1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7"/>
          <p:cNvSpPr/>
          <p:nvPr/>
        </p:nvSpPr>
        <p:spPr>
          <a:xfrm>
            <a:off x="645900" y="4447275"/>
            <a:ext cx="2418600" cy="12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7"/>
          <p:cNvSpPr/>
          <p:nvPr/>
        </p:nvSpPr>
        <p:spPr>
          <a:xfrm>
            <a:off x="6079500" y="4447175"/>
            <a:ext cx="2418600" cy="12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8" name="Google Shape;488;p67"/>
          <p:cNvSpPr/>
          <p:nvPr/>
        </p:nvSpPr>
        <p:spPr>
          <a:xfrm>
            <a:off x="3358950" y="4447175"/>
            <a:ext cx="2418600" cy="12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9" name="Google Shape;489;p67"/>
          <p:cNvSpPr/>
          <p:nvPr/>
        </p:nvSpPr>
        <p:spPr>
          <a:xfrm>
            <a:off x="0" y="0"/>
            <a:ext cx="9144000" cy="257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7"/>
          <p:cNvSpPr/>
          <p:nvPr/>
        </p:nvSpPr>
        <p:spPr>
          <a:xfrm>
            <a:off x="573750" y="1730775"/>
            <a:ext cx="2567400" cy="2716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6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2" name="Google Shape;492;p67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3" name="Google Shape;493;p67"/>
          <p:cNvSpPr/>
          <p:nvPr/>
        </p:nvSpPr>
        <p:spPr>
          <a:xfrm>
            <a:off x="5999850" y="1730775"/>
            <a:ext cx="2567400" cy="2716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7"/>
          <p:cNvSpPr/>
          <p:nvPr/>
        </p:nvSpPr>
        <p:spPr>
          <a:xfrm>
            <a:off x="3286800" y="1730775"/>
            <a:ext cx="2567400" cy="2716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7"/>
          <p:cNvSpPr txBox="1"/>
          <p:nvPr>
            <p:ph idx="1" type="body"/>
          </p:nvPr>
        </p:nvSpPr>
        <p:spPr>
          <a:xfrm>
            <a:off x="693150" y="1994900"/>
            <a:ext cx="2328600" cy="2188200"/>
          </a:xfrm>
          <a:prstGeom prst="rect">
            <a:avLst/>
          </a:prstGeom>
        </p:spPr>
        <p:txBody>
          <a:bodyPr anchorCtr="0" anchor="t" bIns="91425" lIns="91425" spcFirstLastPara="1" rIns="167400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6" name="Google Shape;496;p67"/>
          <p:cNvSpPr txBox="1"/>
          <p:nvPr>
            <p:ph idx="2" type="body"/>
          </p:nvPr>
        </p:nvSpPr>
        <p:spPr>
          <a:xfrm>
            <a:off x="3406200" y="1994925"/>
            <a:ext cx="23286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7" name="Google Shape;497;p67"/>
          <p:cNvSpPr txBox="1"/>
          <p:nvPr>
            <p:ph idx="3" type="body"/>
          </p:nvPr>
        </p:nvSpPr>
        <p:spPr>
          <a:xfrm>
            <a:off x="6124500" y="1994925"/>
            <a:ext cx="23286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5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itive/negative slide">
  <p:cSld name="TITLE_AND_BODY_1_2_1_1_1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0" name="Google Shape;500;p68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1" name="Google Shape;501;p68"/>
          <p:cNvSpPr txBox="1"/>
          <p:nvPr>
            <p:ph idx="1" type="body"/>
          </p:nvPr>
        </p:nvSpPr>
        <p:spPr>
          <a:xfrm>
            <a:off x="650850" y="1916463"/>
            <a:ext cx="3776700" cy="26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Inter"/>
              <a:buChar char="✓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2" name="Google Shape;502;p68"/>
          <p:cNvSpPr txBox="1"/>
          <p:nvPr>
            <p:ph idx="2" type="body"/>
          </p:nvPr>
        </p:nvSpPr>
        <p:spPr>
          <a:xfrm>
            <a:off x="4845450" y="1916463"/>
            <a:ext cx="3732300" cy="26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✕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3" name="Google Shape;503;p68"/>
          <p:cNvSpPr txBox="1"/>
          <p:nvPr>
            <p:ph idx="3" type="subTitle"/>
          </p:nvPr>
        </p:nvSpPr>
        <p:spPr>
          <a:xfrm>
            <a:off x="650850" y="1367825"/>
            <a:ext cx="37767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04" name="Google Shape;504;p68"/>
          <p:cNvSpPr txBox="1"/>
          <p:nvPr>
            <p:ph idx="4" type="subTitle"/>
          </p:nvPr>
        </p:nvSpPr>
        <p:spPr>
          <a:xfrm>
            <a:off x="4845525" y="1367825"/>
            <a:ext cx="37323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Default Slide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16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0"/>
          <p:cNvSpPr/>
          <p:nvPr/>
        </p:nvSpPr>
        <p:spPr>
          <a:xfrm>
            <a:off x="581025" y="1857300"/>
            <a:ext cx="8011500" cy="2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70"/>
          <p:cNvSpPr txBox="1"/>
          <p:nvPr>
            <p:ph type="title"/>
          </p:nvPr>
        </p:nvSpPr>
        <p:spPr>
          <a:xfrm>
            <a:off x="581025" y="3114750"/>
            <a:ext cx="3224700" cy="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09" name="Google Shape;509;p70"/>
          <p:cNvSpPr/>
          <p:nvPr>
            <p:ph idx="2" type="pic"/>
          </p:nvPr>
        </p:nvSpPr>
        <p:spPr>
          <a:xfrm>
            <a:off x="0" y="0"/>
            <a:ext cx="9144000" cy="18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70"/>
          <p:cNvSpPr txBox="1"/>
          <p:nvPr>
            <p:ph idx="1" type="body"/>
          </p:nvPr>
        </p:nvSpPr>
        <p:spPr>
          <a:xfrm>
            <a:off x="4347675" y="2838575"/>
            <a:ext cx="4230000" cy="42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511" name="Google Shape;511;p70"/>
          <p:cNvCxnSpPr/>
          <p:nvPr/>
        </p:nvCxnSpPr>
        <p:spPr>
          <a:xfrm>
            <a:off x="4076700" y="2390775"/>
            <a:ext cx="0" cy="2533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70"/>
          <p:cNvSpPr txBox="1"/>
          <p:nvPr>
            <p:ph idx="3" type="body"/>
          </p:nvPr>
        </p:nvSpPr>
        <p:spPr>
          <a:xfrm>
            <a:off x="4347675" y="3667225"/>
            <a:ext cx="4230000" cy="42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3" name="Google Shape;513;p70"/>
          <p:cNvSpPr txBox="1"/>
          <p:nvPr>
            <p:ph idx="4" type="body"/>
          </p:nvPr>
        </p:nvSpPr>
        <p:spPr>
          <a:xfrm>
            <a:off x="4347675" y="4495875"/>
            <a:ext cx="4230000" cy="42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70"/>
          <p:cNvSpPr txBox="1"/>
          <p:nvPr/>
        </p:nvSpPr>
        <p:spPr>
          <a:xfrm>
            <a:off x="4347675" y="2438375"/>
            <a:ext cx="408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Number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15" name="Google Shape;515;p70"/>
          <p:cNvSpPr txBox="1"/>
          <p:nvPr/>
        </p:nvSpPr>
        <p:spPr>
          <a:xfrm>
            <a:off x="4347675" y="3286200"/>
            <a:ext cx="408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Email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16" name="Google Shape;516;p70"/>
          <p:cNvSpPr txBox="1"/>
          <p:nvPr/>
        </p:nvSpPr>
        <p:spPr>
          <a:xfrm>
            <a:off x="4347675" y="4114875"/>
            <a:ext cx="408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Site Link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59">
          <p15:clr>
            <a:srgbClr val="E46962"/>
          </p15:clr>
        </p15:guide>
        <p15:guide id="2" orient="horz" pos="2181">
          <p15:clr>
            <a:srgbClr val="E46962"/>
          </p15:clr>
        </p15:guide>
        <p15:guide id="3" orient="horz" pos="2703">
          <p15:clr>
            <a:srgbClr val="E46962"/>
          </p15:clr>
        </p15:guide>
        <p15:guide id="4" pos="2739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19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1"/>
          <p:cNvSpPr/>
          <p:nvPr/>
        </p:nvSpPr>
        <p:spPr>
          <a:xfrm>
            <a:off x="6896100" y="-28575"/>
            <a:ext cx="2247900" cy="51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9" name="Google Shape;519;p71"/>
          <p:cNvSpPr/>
          <p:nvPr/>
        </p:nvSpPr>
        <p:spPr>
          <a:xfrm>
            <a:off x="1652100" y="1809750"/>
            <a:ext cx="6105600" cy="22098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71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1" name="Google Shape;521;p71"/>
          <p:cNvSpPr/>
          <p:nvPr>
            <p:ph idx="2" type="pic"/>
          </p:nvPr>
        </p:nvSpPr>
        <p:spPr>
          <a:xfrm>
            <a:off x="566250" y="1781175"/>
            <a:ext cx="2238300" cy="223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22" name="Google Shape;522;p71"/>
          <p:cNvSpPr txBox="1"/>
          <p:nvPr>
            <p:ph idx="1" type="body"/>
          </p:nvPr>
        </p:nvSpPr>
        <p:spPr>
          <a:xfrm>
            <a:off x="3201650" y="2350798"/>
            <a:ext cx="3857400" cy="321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3" name="Google Shape;523;p71"/>
          <p:cNvSpPr txBox="1"/>
          <p:nvPr>
            <p:ph idx="3" type="subTitle"/>
          </p:nvPr>
        </p:nvSpPr>
        <p:spPr>
          <a:xfrm>
            <a:off x="3201650" y="2029802"/>
            <a:ext cx="3857400" cy="321000"/>
          </a:xfrm>
          <a:prstGeom prst="rect">
            <a:avLst/>
          </a:prstGeom>
        </p:spPr>
        <p:txBody>
          <a:bodyPr anchorCtr="0" anchor="ctr" bIns="91425" lIns="0" spcFirstLastPara="1" rIns="91425" wrap="square" tIns="900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71"/>
          <p:cNvSpPr txBox="1"/>
          <p:nvPr>
            <p:ph idx="4" type="body"/>
          </p:nvPr>
        </p:nvSpPr>
        <p:spPr>
          <a:xfrm>
            <a:off x="3201650" y="2671800"/>
            <a:ext cx="3857400" cy="12759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164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slide - v2">
  <p:cSld name="CUSTOM_23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7" name="Google Shape;527;p72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8" name="Google Shape;528;p72"/>
          <p:cNvSpPr/>
          <p:nvPr/>
        </p:nvSpPr>
        <p:spPr>
          <a:xfrm>
            <a:off x="1114350" y="1552500"/>
            <a:ext cx="6915300" cy="2152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2"/>
          <p:cNvSpPr txBox="1"/>
          <p:nvPr/>
        </p:nvSpPr>
        <p:spPr>
          <a:xfrm>
            <a:off x="1347300" y="1552500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5"/>
                </a:solidFill>
                <a:latin typeface="Lobster"/>
                <a:ea typeface="Lobster"/>
                <a:cs typeface="Lobster"/>
                <a:sym typeface="Lobster"/>
              </a:rPr>
              <a:t>“</a:t>
            </a:r>
            <a:endParaRPr sz="9600">
              <a:solidFill>
                <a:schemeClr val="accent5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30" name="Google Shape;530;p72"/>
          <p:cNvSpPr txBox="1"/>
          <p:nvPr/>
        </p:nvSpPr>
        <p:spPr>
          <a:xfrm flipH="1" rot="10800000">
            <a:off x="7376625" y="3113925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5"/>
                </a:solidFill>
                <a:latin typeface="Lobster"/>
                <a:ea typeface="Lobster"/>
                <a:cs typeface="Lobster"/>
                <a:sym typeface="Lobster"/>
              </a:rPr>
              <a:t>“</a:t>
            </a:r>
            <a:endParaRPr sz="9600">
              <a:solidFill>
                <a:schemeClr val="accent5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31" name="Google Shape;531;p72"/>
          <p:cNvSpPr txBox="1"/>
          <p:nvPr>
            <p:ph idx="1" type="body"/>
          </p:nvPr>
        </p:nvSpPr>
        <p:spPr>
          <a:xfrm>
            <a:off x="2044800" y="1882800"/>
            <a:ext cx="5186100" cy="1408500"/>
          </a:xfrm>
          <a:prstGeom prst="rect">
            <a:avLst/>
          </a:prstGeom>
        </p:spPr>
        <p:txBody>
          <a:bodyPr anchorCtr="0" anchor="ctr" bIns="180000" lIns="180000" spcFirstLastPara="1" rIns="180000" wrap="square" tIns="180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9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3.xml"/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pace Grotesk"/>
              <a:buNone/>
              <a:defRPr b="1" sz="2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566250" y="1377275"/>
            <a:ext cx="8011500" cy="3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 Medium"/>
              <a:buChar char="●"/>
              <a:defRPr sz="18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3" name="Google Shape;153;p28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57">
          <p15:clr>
            <a:srgbClr val="E46962"/>
          </p15:clr>
        </p15:guide>
        <p15:guide id="2" pos="5403">
          <p15:clr>
            <a:srgbClr val="E46962"/>
          </p15:clr>
        </p15:guide>
        <p15:guide id="3" orient="horz" pos="280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8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pace Grotesk"/>
              <a:buNone/>
              <a:defRPr b="1" sz="2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1" name="Google Shape;281;p44"/>
          <p:cNvSpPr txBox="1"/>
          <p:nvPr>
            <p:ph idx="1" type="body"/>
          </p:nvPr>
        </p:nvSpPr>
        <p:spPr>
          <a:xfrm>
            <a:off x="566250" y="1377275"/>
            <a:ext cx="8011500" cy="3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 Medium"/>
              <a:buChar char="●"/>
              <a:defRPr sz="18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2" name="Google Shape;282;p44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14" r:id="rId27"/>
    <p:sldLayoutId id="214748371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57">
          <p15:clr>
            <a:srgbClr val="E46962"/>
          </p15:clr>
        </p15:guide>
        <p15:guide id="2" pos="5403">
          <p15:clr>
            <a:srgbClr val="E46962"/>
          </p15:clr>
        </p15:guide>
        <p15:guide id="3" orient="horz" pos="280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hyperlink" Target="https://drive.google.com/file/d/1-UC3PDsoLnE3-LCY3tzbE3yvJNUTEOFY/view?usp=sharing" TargetMode="External"/><Relationship Id="rId5" Type="http://schemas.openxmlformats.org/officeDocument/2006/relationships/hyperlink" Target="https://drive.google.com/file/d/1-UC3PDsoLnE3-LCY3tzbE3yvJNUTEOFY/view?usp=sharing" TargetMode="External"/><Relationship Id="rId6" Type="http://schemas.openxmlformats.org/officeDocument/2006/relationships/hyperlink" Target="https://drive.google.com/file/d/1-UC3PDsoLnE3-LCY3tzbE3yvJNUTEOFY/view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6nOzHgPuLTnaP7oWm4qvXDhqz_bucaGH/view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Relationship Id="rId11" Type="http://schemas.openxmlformats.org/officeDocument/2006/relationships/image" Target="../media/image23.png"/><Relationship Id="rId10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3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73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3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73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3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3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73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73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4" name="Google Shape;544;p73"/>
          <p:cNvPicPr preferRelativeResize="0"/>
          <p:nvPr/>
        </p:nvPicPr>
        <p:blipFill rotWithShape="1">
          <a:blip r:embed="rId3">
            <a:alphaModFix/>
          </a:blip>
          <a:srcRect b="33830" l="0" r="0" t="27514"/>
          <a:stretch/>
        </p:blipFill>
        <p:spPr>
          <a:xfrm>
            <a:off x="2852025" y="1705700"/>
            <a:ext cx="3439950" cy="13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73"/>
          <p:cNvSpPr txBox="1"/>
          <p:nvPr/>
        </p:nvSpPr>
        <p:spPr>
          <a:xfrm>
            <a:off x="2279850" y="3151388"/>
            <a:ext cx="45843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A9A5A1"/>
                </a:solidFill>
                <a:latin typeface="Roboto Light"/>
                <a:ea typeface="Roboto Light"/>
                <a:cs typeface="Roboto Light"/>
                <a:sym typeface="Roboto Light"/>
              </a:rPr>
              <a:t>Empowering Sightless Minds through STEM Education</a:t>
            </a:r>
            <a:endParaRPr i="1">
              <a:solidFill>
                <a:srgbClr val="A9A5A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C1A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75"/>
          <p:cNvGrpSpPr/>
          <p:nvPr/>
        </p:nvGrpSpPr>
        <p:grpSpPr>
          <a:xfrm rot="-188826">
            <a:off x="-532806" y="-390217"/>
            <a:ext cx="10518650" cy="5837090"/>
            <a:chOff x="-525276" y="-331169"/>
            <a:chExt cx="10518564" cy="5837042"/>
          </a:xfrm>
        </p:grpSpPr>
        <p:pic>
          <p:nvPicPr>
            <p:cNvPr id="556" name="Google Shape;556;p75"/>
            <p:cNvPicPr preferRelativeResize="0"/>
            <p:nvPr/>
          </p:nvPicPr>
          <p:blipFill rotWithShape="1">
            <a:blip r:embed="rId3">
              <a:alphaModFix/>
            </a:blip>
            <a:srcRect b="-23520" l="-980" r="979" t="10767"/>
            <a:stretch/>
          </p:blipFill>
          <p:spPr>
            <a:xfrm>
              <a:off x="-525276" y="-198639"/>
              <a:ext cx="6049635" cy="51159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762409">
              <a:off x="4533315" y="3374161"/>
              <a:ext cx="4495794" cy="1657558"/>
            </a:xfrm>
            <a:prstGeom prst="rect">
              <a:avLst/>
            </a:prstGeom>
            <a:noFill/>
            <a:ln cap="flat" cmpd="sng" w="19050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58" name="Google Shape;558;p7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47384" y="-331169"/>
              <a:ext cx="6345904" cy="47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9" name="Google Shape;559;p7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-293799">
              <a:off x="340555" y="3918043"/>
              <a:ext cx="3947399" cy="761700"/>
            </a:xfrm>
            <a:prstGeom prst="rect">
              <a:avLst/>
            </a:prstGeom>
            <a:noFill/>
            <a:ln cap="flat" cmpd="sng" w="19050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60" name="Google Shape;560;p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-332069">
              <a:off x="45191" y="2940699"/>
              <a:ext cx="4638258" cy="894857"/>
            </a:xfrm>
            <a:prstGeom prst="rect">
              <a:avLst/>
            </a:prstGeom>
            <a:noFill/>
            <a:ln cap="flat" cmpd="sng" w="19050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6"/>
          <p:cNvSpPr txBox="1"/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Meet Rajesh Kumar…..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566" name="Google Shape;566;p76"/>
          <p:cNvPicPr preferRelativeResize="0"/>
          <p:nvPr/>
        </p:nvPicPr>
        <p:blipFill rotWithShape="1">
          <a:blip r:embed="rId3">
            <a:alphaModFix/>
          </a:blip>
          <a:srcRect b="0" l="48023" r="12447" t="0"/>
          <a:stretch/>
        </p:blipFill>
        <p:spPr>
          <a:xfrm>
            <a:off x="5638650" y="1451675"/>
            <a:ext cx="2139825" cy="289192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7" name="Google Shape;567;p76"/>
          <p:cNvSpPr txBox="1"/>
          <p:nvPr/>
        </p:nvSpPr>
        <p:spPr>
          <a:xfrm>
            <a:off x="766325" y="1306175"/>
            <a:ext cx="45018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rPr>
              <a:t>….Currently pursuing Bachelor of Arts student at a private university in Delhi</a:t>
            </a:r>
            <a:endParaRPr sz="1800">
              <a:solidFill>
                <a:schemeClr val="dk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rona One"/>
                <a:ea typeface="Krona One"/>
                <a:cs typeface="Krona One"/>
                <a:sym typeface="Krona One"/>
              </a:rPr>
              <a:t>Problem Statement</a:t>
            </a:r>
            <a:endParaRPr sz="2400"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573" name="Google Shape;573;p77"/>
          <p:cNvSpPr txBox="1"/>
          <p:nvPr>
            <p:ph idx="1" type="body"/>
          </p:nvPr>
        </p:nvSpPr>
        <p:spPr>
          <a:xfrm>
            <a:off x="687900" y="2425425"/>
            <a:ext cx="2328600" cy="1327200"/>
          </a:xfrm>
          <a:prstGeom prst="rect">
            <a:avLst/>
          </a:prstGeom>
        </p:spPr>
        <p:txBody>
          <a:bodyPr anchorCtr="0" anchor="t" bIns="91425" lIns="91425" spcFirstLastPara="1" rIns="167400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Scarce Braille and educational materials for Science and Maths subjects.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4" name="Google Shape;574;p77"/>
          <p:cNvSpPr txBox="1"/>
          <p:nvPr>
            <p:ph idx="2" type="body"/>
          </p:nvPr>
        </p:nvSpPr>
        <p:spPr>
          <a:xfrm>
            <a:off x="3406200" y="2425425"/>
            <a:ext cx="23286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High expenses associated with blind education.</a:t>
            </a:r>
            <a:endParaRPr sz="14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5" name="Google Shape;575;p77"/>
          <p:cNvSpPr txBox="1"/>
          <p:nvPr>
            <p:ph idx="3" type="body"/>
          </p:nvPr>
        </p:nvSpPr>
        <p:spPr>
          <a:xfrm>
            <a:off x="6124500" y="2425425"/>
            <a:ext cx="2328600" cy="13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Difficulty comprehending Science and Maths concepts presented in Braille.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3025" y="483815"/>
            <a:ext cx="7881423" cy="4560111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78"/>
          <p:cNvSpPr txBox="1"/>
          <p:nvPr/>
        </p:nvSpPr>
        <p:spPr>
          <a:xfrm>
            <a:off x="347500" y="427150"/>
            <a:ext cx="2136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rona One"/>
                <a:ea typeface="Krona One"/>
                <a:cs typeface="Krona One"/>
                <a:sym typeface="Krona One"/>
              </a:rPr>
              <a:t>Product We</a:t>
            </a:r>
            <a:endParaRPr sz="24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rona One"/>
                <a:ea typeface="Krona One"/>
                <a:cs typeface="Krona One"/>
                <a:sym typeface="Krona One"/>
              </a:rPr>
              <a:t>Offer</a:t>
            </a:r>
            <a:endParaRPr sz="2400">
              <a:solidFill>
                <a:srgbClr val="000000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582" name="Google Shape;582;p78"/>
          <p:cNvSpPr txBox="1"/>
          <p:nvPr/>
        </p:nvSpPr>
        <p:spPr>
          <a:xfrm>
            <a:off x="500200" y="1946388"/>
            <a:ext cx="198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TalkBack Controlled Android Application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78"/>
          <p:cNvSpPr txBox="1"/>
          <p:nvPr/>
        </p:nvSpPr>
        <p:spPr>
          <a:xfrm>
            <a:off x="500200" y="2930363"/>
            <a:ext cx="198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Mobile application is connected to hardware via bluetooth</a:t>
            </a:r>
            <a:endParaRPr sz="12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584" name="Google Shape;584;p78"/>
          <p:cNvCxnSpPr/>
          <p:nvPr/>
        </p:nvCxnSpPr>
        <p:spPr>
          <a:xfrm>
            <a:off x="535000" y="2771988"/>
            <a:ext cx="1914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78"/>
          <p:cNvSpPr/>
          <p:nvPr/>
        </p:nvSpPr>
        <p:spPr>
          <a:xfrm>
            <a:off x="2825818" y="712414"/>
            <a:ext cx="5550300" cy="3435300"/>
          </a:xfrm>
          <a:prstGeom prst="rect">
            <a:avLst/>
          </a:prstGeom>
          <a:gradFill>
            <a:gsLst>
              <a:gs pos="0">
                <a:srgbClr val="FFDA40"/>
              </a:gs>
              <a:gs pos="26000">
                <a:srgbClr val="FF4387"/>
              </a:gs>
              <a:gs pos="74000">
                <a:srgbClr val="FFDA40"/>
              </a:gs>
              <a:gs pos="100000">
                <a:srgbClr val="6565FF"/>
              </a:gs>
            </a:gsLst>
            <a:lin ang="2698631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86" name="Google Shape;586;p78"/>
          <p:cNvSpPr/>
          <p:nvPr/>
        </p:nvSpPr>
        <p:spPr>
          <a:xfrm rot="10800000">
            <a:off x="2871640" y="3331594"/>
            <a:ext cx="5504188" cy="816108"/>
          </a:xfrm>
          <a:custGeom>
            <a:rect b="b" l="l" r="r" t="t"/>
            <a:pathLst>
              <a:path extrusionOk="0" h="2675763" w="7338917">
                <a:moveTo>
                  <a:pt x="0" y="0"/>
                </a:moveTo>
                <a:lnTo>
                  <a:pt x="0" y="2675763"/>
                </a:lnTo>
                <a:cubicBezTo>
                  <a:pt x="267843" y="2420779"/>
                  <a:pt x="422243" y="2071973"/>
                  <a:pt x="612743" y="1755077"/>
                </a:cubicBezTo>
                <a:cubicBezTo>
                  <a:pt x="805339" y="1435608"/>
                  <a:pt x="1069943" y="1122902"/>
                  <a:pt x="1434560" y="1042035"/>
                </a:cubicBezTo>
                <a:cubicBezTo>
                  <a:pt x="1748123" y="972407"/>
                  <a:pt x="2074164" y="1089660"/>
                  <a:pt x="2352770" y="1249775"/>
                </a:cubicBezTo>
                <a:cubicBezTo>
                  <a:pt x="2631377" y="1409891"/>
                  <a:pt x="2885313" y="1614107"/>
                  <a:pt x="3179350" y="1743266"/>
                </a:cubicBezTo>
                <a:cubicBezTo>
                  <a:pt x="3698843" y="1971675"/>
                  <a:pt x="4303872" y="1943100"/>
                  <a:pt x="4841844" y="1763459"/>
                </a:cubicBezTo>
                <a:cubicBezTo>
                  <a:pt x="5379815" y="1583817"/>
                  <a:pt x="5858161" y="1263587"/>
                  <a:pt x="6306122" y="916305"/>
                </a:cubicBezTo>
                <a:cubicBezTo>
                  <a:pt x="6544437" y="731520"/>
                  <a:pt x="6775863" y="538194"/>
                  <a:pt x="7000399" y="336328"/>
                </a:cubicBezTo>
                <a:cubicBezTo>
                  <a:pt x="7119467" y="230667"/>
                  <a:pt x="7232485" y="118379"/>
                  <a:pt x="73389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87" name="Google Shape;58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604" y="1548935"/>
            <a:ext cx="1101399" cy="121385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78"/>
          <p:cNvSpPr txBox="1"/>
          <p:nvPr/>
        </p:nvSpPr>
        <p:spPr>
          <a:xfrm>
            <a:off x="3728099" y="2799613"/>
            <a:ext cx="11697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Voice Controlled mobile application</a:t>
            </a:r>
            <a:endParaRPr sz="11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89" name="Google Shape;589;p78"/>
          <p:cNvSpPr/>
          <p:nvPr/>
        </p:nvSpPr>
        <p:spPr>
          <a:xfrm>
            <a:off x="3028124" y="2233184"/>
            <a:ext cx="757800" cy="755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78"/>
          <p:cNvSpPr txBox="1"/>
          <p:nvPr/>
        </p:nvSpPr>
        <p:spPr>
          <a:xfrm>
            <a:off x="3028125" y="2450700"/>
            <a:ext cx="757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Avenir"/>
                <a:ea typeface="Avenir"/>
                <a:cs typeface="Avenir"/>
                <a:sym typeface="Avenir"/>
              </a:rPr>
              <a:t>Science</a:t>
            </a:r>
            <a:endParaRPr b="1" sz="12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91" name="Google Shape;591;p78"/>
          <p:cNvSpPr/>
          <p:nvPr/>
        </p:nvSpPr>
        <p:spPr>
          <a:xfrm>
            <a:off x="3042553" y="1336744"/>
            <a:ext cx="757800" cy="755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78"/>
          <p:cNvSpPr txBox="1"/>
          <p:nvPr/>
        </p:nvSpPr>
        <p:spPr>
          <a:xfrm>
            <a:off x="3076537" y="1536489"/>
            <a:ext cx="684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Avenir"/>
                <a:ea typeface="Avenir"/>
                <a:cs typeface="Avenir"/>
                <a:sym typeface="Avenir"/>
              </a:rPr>
              <a:t>Maths</a:t>
            </a:r>
            <a:endParaRPr b="1" sz="1200"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593" name="Google Shape;593;p78"/>
          <p:cNvCxnSpPr/>
          <p:nvPr/>
        </p:nvCxnSpPr>
        <p:spPr>
          <a:xfrm rot="10800000">
            <a:off x="3761519" y="1714455"/>
            <a:ext cx="306300" cy="467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78"/>
          <p:cNvCxnSpPr>
            <a:endCxn id="590" idx="3"/>
          </p:cNvCxnSpPr>
          <p:nvPr/>
        </p:nvCxnSpPr>
        <p:spPr>
          <a:xfrm flipH="1">
            <a:off x="3785925" y="2455350"/>
            <a:ext cx="307200" cy="15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78"/>
          <p:cNvCxnSpPr/>
          <p:nvPr/>
        </p:nvCxnSpPr>
        <p:spPr>
          <a:xfrm>
            <a:off x="4635244" y="2262956"/>
            <a:ext cx="510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96" name="Google Shape;59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9618" y="1319993"/>
            <a:ext cx="1926900" cy="17867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7" name="Google Shape;597;p78"/>
          <p:cNvCxnSpPr/>
          <p:nvPr/>
        </p:nvCxnSpPr>
        <p:spPr>
          <a:xfrm flipH="1" rot="10800000">
            <a:off x="6550136" y="2226847"/>
            <a:ext cx="397200" cy="229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98" name="Google Shape;598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9250" y="1225628"/>
            <a:ext cx="1033060" cy="1268408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9" name="Google Shape;599;p78"/>
          <p:cNvSpPr txBox="1"/>
          <p:nvPr/>
        </p:nvSpPr>
        <p:spPr>
          <a:xfrm>
            <a:off x="5168972" y="3110508"/>
            <a:ext cx="1263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Hardware device</a:t>
            </a:r>
            <a:endParaRPr b="1" sz="12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0" name="Google Shape;600;p78"/>
          <p:cNvSpPr txBox="1"/>
          <p:nvPr/>
        </p:nvSpPr>
        <p:spPr>
          <a:xfrm>
            <a:off x="6933557" y="2517363"/>
            <a:ext cx="1263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Up and down movement of actuators embedded in the hardware</a:t>
            </a:r>
            <a:endParaRPr b="1" sz="12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9"/>
          <p:cNvSpPr/>
          <p:nvPr/>
        </p:nvSpPr>
        <p:spPr>
          <a:xfrm>
            <a:off x="0" y="4524400"/>
            <a:ext cx="3578700" cy="629100"/>
          </a:xfrm>
          <a:prstGeom prst="round1Rect">
            <a:avLst>
              <a:gd fmla="val 16667" name="adj"/>
            </a:avLst>
          </a:prstGeom>
          <a:solidFill>
            <a:srgbClr val="2A45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6" name="Google Shape;60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575" y="41600"/>
            <a:ext cx="8994724" cy="52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79"/>
          <p:cNvSpPr txBox="1"/>
          <p:nvPr>
            <p:ph type="title"/>
          </p:nvPr>
        </p:nvSpPr>
        <p:spPr>
          <a:xfrm>
            <a:off x="228600" y="4570800"/>
            <a:ext cx="2736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Krona One"/>
                <a:ea typeface="Krona One"/>
                <a:cs typeface="Krona One"/>
                <a:sym typeface="Krona One"/>
              </a:rPr>
              <a:t>User Journey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450" y="1041450"/>
            <a:ext cx="1981876" cy="264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80"/>
          <p:cNvSpPr txBox="1"/>
          <p:nvPr/>
        </p:nvSpPr>
        <p:spPr>
          <a:xfrm>
            <a:off x="3701425" y="1597325"/>
            <a:ext cx="48039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lt1"/>
                </a:solidFill>
                <a:latin typeface="Krona One"/>
                <a:ea typeface="Krona One"/>
                <a:cs typeface="Krona One"/>
                <a:sym typeface="Krona One"/>
              </a:rPr>
              <a:t>Prototype Demonstration</a:t>
            </a:r>
            <a:br>
              <a:rPr lang="en-GB" sz="2600" u="sng">
                <a:solidFill>
                  <a:schemeClr val="hlink"/>
                </a:solidFill>
                <a:latin typeface="Krona One"/>
                <a:ea typeface="Krona One"/>
                <a:cs typeface="Krona One"/>
                <a:sym typeface="Krona One"/>
                <a:hlinkClick r:id="rId4"/>
              </a:rPr>
            </a:br>
            <a:br>
              <a:rPr lang="en-GB" sz="2600" u="sng">
                <a:solidFill>
                  <a:schemeClr val="hlink"/>
                </a:solidFill>
                <a:latin typeface="Krona One"/>
                <a:ea typeface="Krona One"/>
                <a:cs typeface="Krona One"/>
                <a:sym typeface="Krona One"/>
                <a:hlinkClick r:id="rId5"/>
              </a:rPr>
            </a:br>
            <a:r>
              <a:rPr lang="en-GB" sz="1200" u="sng">
                <a:solidFill>
                  <a:schemeClr val="lt1"/>
                </a:solidFill>
                <a:latin typeface="Krona One"/>
                <a:ea typeface="Krona One"/>
                <a:cs typeface="Krona One"/>
                <a:sym typeface="Krona On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https://drive.google.com/file/d/1-UC3PDsoLnE3-LCY3tzbE3yvJNUTEOFY/view?usp=sharing</a:t>
            </a:r>
            <a:endParaRPr sz="1200">
              <a:solidFill>
                <a:schemeClr val="lt1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1"/>
          <p:cNvSpPr txBox="1"/>
          <p:nvPr/>
        </p:nvSpPr>
        <p:spPr>
          <a:xfrm>
            <a:off x="568150" y="2117800"/>
            <a:ext cx="81540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lt1"/>
                </a:solidFill>
                <a:latin typeface="Krona One"/>
                <a:ea typeface="Krona One"/>
                <a:cs typeface="Krona One"/>
                <a:sym typeface="Krona One"/>
              </a:rPr>
              <a:t>User Validation</a:t>
            </a:r>
            <a:endParaRPr sz="2600">
              <a:solidFill>
                <a:schemeClr val="lt1"/>
              </a:solidFill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600">
                <a:solidFill>
                  <a:schemeClr val="lt1"/>
                </a:solidFill>
                <a:latin typeface="Krona One"/>
                <a:ea typeface="Krona One"/>
                <a:cs typeface="Krona One"/>
                <a:sym typeface="Krona One"/>
              </a:rPr>
            </a:br>
            <a:r>
              <a:rPr lang="en-GB" sz="1200" u="sng">
                <a:solidFill>
                  <a:schemeClr val="lt1"/>
                </a:solidFill>
                <a:latin typeface="Krona One"/>
                <a:ea typeface="Krona One"/>
                <a:cs typeface="Krona One"/>
                <a:sym typeface="Krona On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https://drive.google.com/file/d/16nOzHgPuLTnaP7oWm4qvXDhqz_bucaGH/view?usp=sharing</a:t>
            </a:r>
            <a:endParaRPr sz="1200">
              <a:solidFill>
                <a:schemeClr val="lt1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2"/>
          <p:cNvSpPr txBox="1"/>
          <p:nvPr>
            <p:ph idx="1" type="subTitle"/>
          </p:nvPr>
        </p:nvSpPr>
        <p:spPr>
          <a:xfrm>
            <a:off x="6595075" y="2305850"/>
            <a:ext cx="2096100" cy="136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latin typeface="Roboto Medium"/>
                <a:ea typeface="Roboto Medium"/>
                <a:cs typeface="Roboto Medium"/>
                <a:sym typeface="Roboto Medium"/>
              </a:rPr>
              <a:t>WORLDWIDE BLIND MARKET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latin typeface="Roboto"/>
                <a:ea typeface="Roboto"/>
                <a:cs typeface="Roboto"/>
                <a:sym typeface="Roboto"/>
              </a:rPr>
              <a:t>TAM: &gt;202 Million 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82"/>
          <p:cNvSpPr txBox="1"/>
          <p:nvPr>
            <p:ph type="title"/>
          </p:nvPr>
        </p:nvSpPr>
        <p:spPr>
          <a:xfrm>
            <a:off x="467400" y="482700"/>
            <a:ext cx="2653500" cy="42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rona One"/>
                <a:ea typeface="Krona One"/>
                <a:cs typeface="Krona One"/>
                <a:sym typeface="Krona One"/>
              </a:rPr>
              <a:t>Market Size</a:t>
            </a:r>
            <a:endParaRPr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625" name="Google Shape;625;p82"/>
          <p:cNvSpPr txBox="1"/>
          <p:nvPr>
            <p:ph idx="2" type="subTitle"/>
          </p:nvPr>
        </p:nvSpPr>
        <p:spPr>
          <a:xfrm>
            <a:off x="698175" y="1394975"/>
            <a:ext cx="1967700" cy="82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latin typeface="Roboto Medium"/>
                <a:ea typeface="Roboto Medium"/>
                <a:cs typeface="Roboto Medium"/>
                <a:sym typeface="Roboto Medium"/>
              </a:rPr>
              <a:t>WORLDWIDE VISUALLY IMPAIRED MARKET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latin typeface="Roboto"/>
                <a:ea typeface="Roboto"/>
                <a:cs typeface="Roboto"/>
                <a:sym typeface="Roboto"/>
              </a:rPr>
              <a:t>:  &gt;2.2 Billion 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82"/>
          <p:cNvSpPr txBox="1"/>
          <p:nvPr>
            <p:ph idx="3" type="subTitle"/>
          </p:nvPr>
        </p:nvSpPr>
        <p:spPr>
          <a:xfrm>
            <a:off x="467400" y="3405075"/>
            <a:ext cx="2198400" cy="885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latin typeface="Roboto Medium"/>
                <a:ea typeface="Roboto Medium"/>
                <a:cs typeface="Roboto Medium"/>
                <a:sym typeface="Roboto Medium"/>
              </a:rPr>
              <a:t>INDIAN VISUALLY IMPAIRED &amp; BLIND MARKET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latin typeface="Roboto"/>
                <a:ea typeface="Roboto"/>
                <a:cs typeface="Roboto"/>
                <a:sym typeface="Roboto"/>
              </a:rPr>
              <a:t>SAM:  &gt;70 Million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82"/>
          <p:cNvSpPr txBox="1"/>
          <p:nvPr/>
        </p:nvSpPr>
        <p:spPr>
          <a:xfrm>
            <a:off x="4244575" y="2217575"/>
            <a:ext cx="96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SOM: &gt;4.95 Million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3"/>
          <p:cNvSpPr txBox="1"/>
          <p:nvPr>
            <p:ph idx="1" type="subTitle"/>
          </p:nvPr>
        </p:nvSpPr>
        <p:spPr>
          <a:xfrm>
            <a:off x="467425" y="1394975"/>
            <a:ext cx="219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Visually impaired individuals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3" name="Google Shape;633;p83"/>
          <p:cNvSpPr txBox="1"/>
          <p:nvPr>
            <p:ph idx="2" type="subTitle"/>
          </p:nvPr>
        </p:nvSpPr>
        <p:spPr>
          <a:xfrm>
            <a:off x="467425" y="3096425"/>
            <a:ext cx="219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Blind institutions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4" name="Google Shape;634;p83"/>
          <p:cNvSpPr txBox="1"/>
          <p:nvPr>
            <p:ph idx="3" type="subTitle"/>
          </p:nvPr>
        </p:nvSpPr>
        <p:spPr>
          <a:xfrm>
            <a:off x="6302925" y="1394975"/>
            <a:ext cx="22773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Blind NGOs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5" name="Google Shape;635;p83"/>
          <p:cNvSpPr txBox="1"/>
          <p:nvPr>
            <p:ph idx="4" type="subTitle"/>
          </p:nvPr>
        </p:nvSpPr>
        <p:spPr>
          <a:xfrm>
            <a:off x="6302925" y="3096425"/>
            <a:ext cx="22773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Visually disabled schools &amp; schemes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6" name="Google Shape;636;p83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Who are the users?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4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rona One"/>
                <a:ea typeface="Krona One"/>
                <a:cs typeface="Krona One"/>
                <a:sym typeface="Krona One"/>
              </a:rPr>
              <a:t>Revenue Model</a:t>
            </a:r>
            <a:endParaRPr sz="24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42" name="Google Shape;642;p84"/>
          <p:cNvSpPr txBox="1"/>
          <p:nvPr>
            <p:ph idx="1" type="body"/>
          </p:nvPr>
        </p:nvSpPr>
        <p:spPr>
          <a:xfrm>
            <a:off x="726750" y="22576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One time hardware cost - INR 10,000 (Prototype)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43" name="Google Shape;643;p84"/>
          <p:cNvSpPr txBox="1"/>
          <p:nvPr>
            <p:ph idx="2" type="body"/>
          </p:nvPr>
        </p:nvSpPr>
        <p:spPr>
          <a:xfrm>
            <a:off x="3441300" y="22576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Software monthly chargers </a:t>
            </a:r>
            <a:endParaRPr sz="13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0" marL="457200" rtl="0" algn="just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233E30"/>
              </a:buClr>
              <a:buSzPts val="1300"/>
              <a:buFont typeface="Roboto Medium"/>
              <a:buChar char="●"/>
            </a:pPr>
            <a:r>
              <a:rPr lang="en-GB" sz="130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INR 100 (Basic)</a:t>
            </a:r>
            <a:endParaRPr sz="13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300"/>
              <a:buFont typeface="Roboto Medium"/>
              <a:buChar char="●"/>
            </a:pPr>
            <a:r>
              <a:rPr lang="en-GB" sz="130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INR 200 (Premium)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44" name="Google Shape;644;p84"/>
          <p:cNvSpPr txBox="1"/>
          <p:nvPr>
            <p:ph idx="3" type="body"/>
          </p:nvPr>
        </p:nvSpPr>
        <p:spPr>
          <a:xfrm>
            <a:off x="6155850" y="22576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Institution</a:t>
            </a:r>
            <a:r>
              <a:rPr lang="en-GB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Pricing:</a:t>
            </a:r>
            <a:br>
              <a:rPr lang="en-GB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br>
              <a:rPr lang="en-GB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en-GB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10% off for orders of 100+ units</a:t>
            </a:r>
            <a:endParaRPr sz="1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5"/>
          <p:cNvSpPr/>
          <p:nvPr/>
        </p:nvSpPr>
        <p:spPr>
          <a:xfrm rot="-711452">
            <a:off x="7146116" y="3033265"/>
            <a:ext cx="1791426" cy="76373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85"/>
          <p:cNvSpPr/>
          <p:nvPr/>
        </p:nvSpPr>
        <p:spPr>
          <a:xfrm flipH="1" rot="711452">
            <a:off x="5442478" y="3033265"/>
            <a:ext cx="1791426" cy="76373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1" name="Google Shape;651;p85"/>
          <p:cNvGrpSpPr/>
          <p:nvPr/>
        </p:nvGrpSpPr>
        <p:grpSpPr>
          <a:xfrm>
            <a:off x="5895176" y="3107749"/>
            <a:ext cx="2964279" cy="1785359"/>
            <a:chOff x="5741201" y="2541798"/>
            <a:chExt cx="1938831" cy="1346222"/>
          </a:xfrm>
        </p:grpSpPr>
        <p:sp>
          <p:nvSpPr>
            <p:cNvPr id="652" name="Google Shape;652;p85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5"/>
            <p:cNvSpPr txBox="1"/>
            <p:nvPr/>
          </p:nvSpPr>
          <p:spPr>
            <a:xfrm>
              <a:off x="6296613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4" name="Google Shape;654;p85"/>
            <p:cNvSpPr/>
            <p:nvPr/>
          </p:nvSpPr>
          <p:spPr>
            <a:xfrm>
              <a:off x="5796632" y="3069020"/>
              <a:ext cx="1883400" cy="8190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5"/>
            <p:cNvSpPr txBox="1"/>
            <p:nvPr/>
          </p:nvSpPr>
          <p:spPr>
            <a:xfrm>
              <a:off x="5741201" y="3106212"/>
              <a:ext cx="18186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85750" lvl="0" marL="45720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Explore opportunities for geographic expansion beyond initial target markets.</a:t>
              </a:r>
              <a:endParaRPr sz="9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Continuously monitor market trends and adapt strategies to capitalize on emerging opportunities.</a:t>
              </a:r>
              <a:endParaRPr sz="9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t/>
              </a:r>
              <a:endParaRPr sz="9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6" name="Google Shape;656;p85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7" name="Google Shape;657;p85"/>
          <p:cNvSpPr/>
          <p:nvPr/>
        </p:nvSpPr>
        <p:spPr>
          <a:xfrm rot="-711452">
            <a:off x="3743448" y="3033265"/>
            <a:ext cx="1791426" cy="76373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8" name="Google Shape;658;p85"/>
          <p:cNvGrpSpPr/>
          <p:nvPr/>
        </p:nvGrpSpPr>
        <p:grpSpPr>
          <a:xfrm>
            <a:off x="4164074" y="1246324"/>
            <a:ext cx="2772573" cy="1941642"/>
            <a:chOff x="4308555" y="1267041"/>
            <a:chExt cx="1813443" cy="1199655"/>
          </a:xfrm>
        </p:grpSpPr>
        <p:sp>
          <p:nvSpPr>
            <p:cNvPr id="659" name="Google Shape;659;p85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5"/>
            <p:cNvSpPr txBox="1"/>
            <p:nvPr/>
          </p:nvSpPr>
          <p:spPr>
            <a:xfrm>
              <a:off x="4921731" y="2079458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1" name="Google Shape;661;p85"/>
            <p:cNvSpPr/>
            <p:nvPr/>
          </p:nvSpPr>
          <p:spPr>
            <a:xfrm>
              <a:off x="4409298" y="1267041"/>
              <a:ext cx="1712700" cy="7506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5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5"/>
            <p:cNvSpPr txBox="1"/>
            <p:nvPr/>
          </p:nvSpPr>
          <p:spPr>
            <a:xfrm>
              <a:off x="4308555" y="1314106"/>
              <a:ext cx="17400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85750" lvl="0" marL="45720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Provide comprehensive training and support programs for users and educators.</a:t>
              </a:r>
              <a:endParaRPr sz="9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just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E5E5E"/>
                </a:buClr>
                <a:buSzPts val="900"/>
                <a:buFont typeface="Roboto"/>
                <a:buChar char="●"/>
              </a:pPr>
              <a:r>
                <a:rPr lang="en-GB" sz="9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Offer tutorials, user guides, workshops, and technical assistance to maximize user proficiency.</a:t>
              </a:r>
              <a:endParaRPr sz="9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just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t/>
              </a:r>
              <a:endParaRPr sz="9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4" name="Google Shape;664;p85"/>
          <p:cNvSpPr/>
          <p:nvPr/>
        </p:nvSpPr>
        <p:spPr>
          <a:xfrm flipH="1" rot="711452">
            <a:off x="2030605" y="3033265"/>
            <a:ext cx="1791426" cy="76373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5" name="Google Shape;665;p85"/>
          <p:cNvGrpSpPr/>
          <p:nvPr/>
        </p:nvGrpSpPr>
        <p:grpSpPr>
          <a:xfrm>
            <a:off x="2651840" y="3107747"/>
            <a:ext cx="2271383" cy="1632174"/>
            <a:chOff x="3021975" y="2541798"/>
            <a:chExt cx="1712700" cy="1230715"/>
          </a:xfrm>
        </p:grpSpPr>
        <p:sp>
          <p:nvSpPr>
            <p:cNvPr id="666" name="Google Shape;666;p85"/>
            <p:cNvSpPr txBox="1"/>
            <p:nvPr/>
          </p:nvSpPr>
          <p:spPr>
            <a:xfrm>
              <a:off x="3529877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800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800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7" name="Google Shape;667;p85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1B78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5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5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Utilize online and offline channels, including social media, digital advertising, events, and conferences.</a:t>
              </a:r>
              <a:endPara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0" name="Google Shape;670;p85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1" name="Google Shape;671;p85"/>
          <p:cNvSpPr/>
          <p:nvPr/>
        </p:nvSpPr>
        <p:spPr>
          <a:xfrm rot="-711452">
            <a:off x="340791" y="3033265"/>
            <a:ext cx="1791426" cy="76373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2" name="Google Shape;672;p85"/>
          <p:cNvGrpSpPr/>
          <p:nvPr/>
        </p:nvGrpSpPr>
        <p:grpSpPr>
          <a:xfrm>
            <a:off x="835154" y="1328082"/>
            <a:ext cx="2450189" cy="1783606"/>
            <a:chOff x="1637475" y="1219942"/>
            <a:chExt cx="1712700" cy="1246754"/>
          </a:xfrm>
        </p:grpSpPr>
        <p:sp>
          <p:nvSpPr>
            <p:cNvPr id="673" name="Google Shape;673;p85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5"/>
            <p:cNvSpPr txBox="1"/>
            <p:nvPr/>
          </p:nvSpPr>
          <p:spPr>
            <a:xfrm>
              <a:off x="2144544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800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800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5" name="Google Shape;675;p85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5"/>
            <p:cNvSpPr txBox="1"/>
            <p:nvPr/>
          </p:nvSpPr>
          <p:spPr>
            <a:xfrm>
              <a:off x="1668377" y="1259388"/>
              <a:ext cx="16509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Forge partnerships with educational institutions, NGOs, government agencies, and assistive technology providers  to increase awareness and distribution.</a:t>
              </a:r>
              <a:endPara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7" name="Google Shape;677;p85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1B78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8" name="Google Shape;678;p8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rona One"/>
                <a:ea typeface="Krona One"/>
                <a:cs typeface="Krona One"/>
                <a:sym typeface="Krona One"/>
              </a:rPr>
              <a:t>Market Strategy</a:t>
            </a:r>
            <a:endParaRPr sz="2400"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6"/>
          <p:cNvSpPr/>
          <p:nvPr/>
        </p:nvSpPr>
        <p:spPr>
          <a:xfrm>
            <a:off x="-45300" y="4175"/>
            <a:ext cx="9201900" cy="2302800"/>
          </a:xfrm>
          <a:prstGeom prst="rect">
            <a:avLst/>
          </a:prstGeom>
          <a:solidFill>
            <a:srgbClr val="2A45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86"/>
          <p:cNvSpPr/>
          <p:nvPr/>
        </p:nvSpPr>
        <p:spPr>
          <a:xfrm>
            <a:off x="1726755" y="2686475"/>
            <a:ext cx="5693700" cy="301800"/>
          </a:xfrm>
          <a:prstGeom prst="flowChartAlternateProcess">
            <a:avLst/>
          </a:prstGeom>
          <a:solidFill>
            <a:srgbClr val="B1FFB1">
              <a:alpha val="76790"/>
            </a:srgbClr>
          </a:solidFill>
          <a:ln cap="flat" cmpd="sng" w="9525">
            <a:solidFill>
              <a:srgbClr val="91F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85" name="Google Shape;685;p86"/>
          <p:cNvGraphicFramePr/>
          <p:nvPr/>
        </p:nvGraphicFramePr>
        <p:xfrm>
          <a:off x="1915788" y="1244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{233B8881-6394-47D4-A221-AB9EB9F58A19}</a:tableStyleId>
              </a:tblPr>
              <a:tblGrid>
                <a:gridCol w="1328100"/>
                <a:gridCol w="1328100"/>
                <a:gridCol w="1328100"/>
                <a:gridCol w="1328100"/>
              </a:tblGrid>
              <a:tr h="134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4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 in one system for educational resources</a:t>
                      </a:r>
                      <a:endParaRPr sz="12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4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Providing STEM education to visually impaired</a:t>
                      </a:r>
                      <a:endParaRPr sz="12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4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Cost-effective</a:t>
                      </a:r>
                      <a:endParaRPr sz="12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44D"/>
                    </a:solidFill>
                  </a:tcPr>
                </a:tc>
              </a:tr>
              <a:tr h="522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E-DRISHTI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BlindPad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Tactile Braille Pro by PCT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BlisCare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86" name="Google Shape;68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750" y="3254950"/>
            <a:ext cx="292512" cy="29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743" y="3838165"/>
            <a:ext cx="292512" cy="29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88" y="3254950"/>
            <a:ext cx="292512" cy="29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743" y="3254950"/>
            <a:ext cx="292512" cy="29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759" y="4316366"/>
            <a:ext cx="292512" cy="29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72" y="4324713"/>
            <a:ext cx="292512" cy="29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72" y="3812849"/>
            <a:ext cx="292512" cy="29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750" y="3838165"/>
            <a:ext cx="292512" cy="29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765" y="4316366"/>
            <a:ext cx="292512" cy="29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0700" y="2691125"/>
            <a:ext cx="301486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6513" y="2691125"/>
            <a:ext cx="301486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257" y="2691125"/>
            <a:ext cx="301486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8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Krona One"/>
                <a:ea typeface="Krona One"/>
                <a:cs typeface="Krona One"/>
                <a:sym typeface="Krona One"/>
              </a:rPr>
              <a:t>Competitors</a:t>
            </a:r>
            <a:endParaRPr sz="2400">
              <a:solidFill>
                <a:schemeClr val="lt1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rona One"/>
                <a:ea typeface="Krona One"/>
                <a:cs typeface="Krona One"/>
                <a:sym typeface="Krona One"/>
              </a:rPr>
              <a:t>Partnerships</a:t>
            </a:r>
            <a:endParaRPr sz="2400"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04" name="Google Shape;704;p87"/>
          <p:cNvSpPr txBox="1"/>
          <p:nvPr>
            <p:ph idx="1" type="body"/>
          </p:nvPr>
        </p:nvSpPr>
        <p:spPr>
          <a:xfrm>
            <a:off x="726750" y="2333825"/>
            <a:ext cx="2261400" cy="11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>
                <a:latin typeface="Roboto Medium"/>
                <a:ea typeface="Roboto Medium"/>
                <a:cs typeface="Roboto Medium"/>
                <a:sym typeface="Roboto Medium"/>
              </a:rPr>
              <a:t>Sai Netraheen Sewa Sanstha &amp; National Blind School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5" name="Google Shape;705;p87"/>
          <p:cNvSpPr txBox="1"/>
          <p:nvPr>
            <p:ph idx="2" type="body"/>
          </p:nvPr>
        </p:nvSpPr>
        <p:spPr>
          <a:xfrm>
            <a:off x="3441300" y="2333825"/>
            <a:ext cx="2261400" cy="11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>
                <a:latin typeface="Roboto Medium"/>
                <a:ea typeface="Roboto Medium"/>
                <a:cs typeface="Roboto Medium"/>
                <a:sym typeface="Roboto Medium"/>
              </a:rPr>
              <a:t>Microsoft Azure:</a:t>
            </a:r>
            <a:br>
              <a:rPr lang="en-GB" sz="1400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en-GB" sz="1400">
                <a:latin typeface="Roboto Medium"/>
                <a:ea typeface="Roboto Medium"/>
                <a:cs typeface="Roboto Medium"/>
                <a:sym typeface="Roboto Medium"/>
              </a:rPr>
              <a:t>Public Relations Partner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6" name="Google Shape;706;p87"/>
          <p:cNvSpPr txBox="1"/>
          <p:nvPr>
            <p:ph idx="3" type="body"/>
          </p:nvPr>
        </p:nvSpPr>
        <p:spPr>
          <a:xfrm>
            <a:off x="6155850" y="2333825"/>
            <a:ext cx="2261400" cy="11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>
                <a:latin typeface="Roboto Medium"/>
                <a:ea typeface="Roboto Medium"/>
                <a:cs typeface="Roboto Medium"/>
                <a:sym typeface="Roboto Medium"/>
              </a:rPr>
              <a:t>Voice of Specially Abled People: UNICEF Subsidiary Organisation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88"/>
          <p:cNvGrpSpPr/>
          <p:nvPr/>
        </p:nvGrpSpPr>
        <p:grpSpPr>
          <a:xfrm>
            <a:off x="607982" y="1410510"/>
            <a:ext cx="3220562" cy="3008771"/>
            <a:chOff x="1293736" y="1258050"/>
            <a:chExt cx="2726286" cy="2547000"/>
          </a:xfrm>
        </p:grpSpPr>
        <p:sp>
          <p:nvSpPr>
            <p:cNvPr id="712" name="Google Shape;712;p88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88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55B5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200">
                <a:solidFill>
                  <a:srgbClr val="155B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4" name="Google Shape;714;p88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Enhanced Accessibility</a:t>
              </a:r>
              <a:endParaRPr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15" name="Google Shape;715;p88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eDrishti's solutions break down barriers to education for the visually impaired, enabling greater access to learning resources and opportunities.</a:t>
              </a:r>
              <a:endParaRPr sz="1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6" name="Google Shape;716;p88"/>
          <p:cNvGrpSpPr/>
          <p:nvPr/>
        </p:nvGrpSpPr>
        <p:grpSpPr>
          <a:xfrm>
            <a:off x="2864527" y="1410510"/>
            <a:ext cx="3220562" cy="3008771"/>
            <a:chOff x="3203958" y="1258050"/>
            <a:chExt cx="2726286" cy="2547000"/>
          </a:xfrm>
        </p:grpSpPr>
        <p:sp>
          <p:nvSpPr>
            <p:cNvPr id="717" name="Google Shape;717;p88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18" name="Google Shape;718;p88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1D7E75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2</a:t>
              </a:r>
              <a:endParaRPr>
                <a:solidFill>
                  <a:srgbClr val="1D7E75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19" name="Google Shape;719;p88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Empowerment</a:t>
              </a:r>
              <a:endParaRPr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20" name="Google Shape;720;p88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By providing tools for independent learning and skill development, eDrishti empowers visually impaired individuals to unlock their full potential and pursue their goals.</a:t>
              </a:r>
              <a:endParaRPr sz="1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1" name="Google Shape;721;p88"/>
          <p:cNvGrpSpPr/>
          <p:nvPr/>
        </p:nvGrpSpPr>
        <p:grpSpPr>
          <a:xfrm>
            <a:off x="5132645" y="1410510"/>
            <a:ext cx="3220562" cy="3008771"/>
            <a:chOff x="5123977" y="1258050"/>
            <a:chExt cx="2726286" cy="2547000"/>
          </a:xfrm>
        </p:grpSpPr>
        <p:sp>
          <p:nvSpPr>
            <p:cNvPr id="722" name="Google Shape;722;p88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23" name="Google Shape;723;p88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249C9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3</a:t>
              </a:r>
              <a:endParaRPr>
                <a:solidFill>
                  <a:srgbClr val="249C9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24" name="Google Shape;724;p88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Social Inclusion</a:t>
              </a:r>
              <a:endParaRPr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25" name="Google Shape;725;p88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Through improved access to education and employment opportunities, eDrishti contributes to greater social inclusion and economic empowerment for visually impaired communities, fostering a more equitable society.</a:t>
              </a:r>
              <a:endParaRPr sz="1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26" name="Google Shape;726;p8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rona One"/>
                <a:ea typeface="Krona One"/>
                <a:cs typeface="Krona One"/>
                <a:sym typeface="Krona One"/>
              </a:rPr>
              <a:t>Future Impact</a:t>
            </a:r>
            <a:endParaRPr sz="2400"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9"/>
          <p:cNvSpPr/>
          <p:nvPr/>
        </p:nvSpPr>
        <p:spPr>
          <a:xfrm>
            <a:off x="3697750" y="539350"/>
            <a:ext cx="1768500" cy="3327300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PROPOSITIONS</a:t>
            </a:r>
            <a:endParaRPr sz="1100"/>
          </a:p>
        </p:txBody>
      </p:sp>
      <p:sp>
        <p:nvSpPr>
          <p:cNvPr id="732" name="Google Shape;732;p89"/>
          <p:cNvSpPr/>
          <p:nvPr/>
        </p:nvSpPr>
        <p:spPr>
          <a:xfrm>
            <a:off x="5466150" y="2447924"/>
            <a:ext cx="1998000" cy="1418700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CHANNELS</a:t>
            </a:r>
            <a:endParaRPr sz="1100"/>
          </a:p>
        </p:txBody>
      </p:sp>
      <p:sp>
        <p:nvSpPr>
          <p:cNvPr id="733" name="Google Shape;733;p89"/>
          <p:cNvSpPr/>
          <p:nvPr/>
        </p:nvSpPr>
        <p:spPr>
          <a:xfrm>
            <a:off x="5467704" y="539345"/>
            <a:ext cx="1996500" cy="1908600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RELATIONSHIPS</a:t>
            </a:r>
            <a:endParaRPr sz="1100"/>
          </a:p>
        </p:txBody>
      </p:sp>
      <p:sp>
        <p:nvSpPr>
          <p:cNvPr id="734" name="Google Shape;734;p89"/>
          <p:cNvSpPr/>
          <p:nvPr/>
        </p:nvSpPr>
        <p:spPr>
          <a:xfrm>
            <a:off x="7464175" y="539350"/>
            <a:ext cx="1509300" cy="3327300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SEGMENTS</a:t>
            </a:r>
            <a:endParaRPr sz="1100"/>
          </a:p>
        </p:txBody>
      </p:sp>
      <p:sp>
        <p:nvSpPr>
          <p:cNvPr id="735" name="Google Shape;735;p89"/>
          <p:cNvSpPr/>
          <p:nvPr/>
        </p:nvSpPr>
        <p:spPr>
          <a:xfrm>
            <a:off x="4585075" y="3891327"/>
            <a:ext cx="4388100" cy="1194900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8105100" lvl="1" marL="2824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REVENUE STREAMS</a:t>
            </a:r>
            <a:endParaRPr sz="1100"/>
          </a:p>
        </p:txBody>
      </p:sp>
      <p:sp>
        <p:nvSpPr>
          <p:cNvPr id="736" name="Google Shape;736;p89"/>
          <p:cNvSpPr/>
          <p:nvPr/>
        </p:nvSpPr>
        <p:spPr>
          <a:xfrm>
            <a:off x="195325" y="3891328"/>
            <a:ext cx="4389900" cy="1194900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8105100" lvl="1" marL="2824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COST STRUCTURE</a:t>
            </a:r>
            <a:endParaRPr sz="1100"/>
          </a:p>
        </p:txBody>
      </p:sp>
      <p:sp>
        <p:nvSpPr>
          <p:cNvPr id="737" name="Google Shape;737;p89"/>
          <p:cNvSpPr/>
          <p:nvPr/>
        </p:nvSpPr>
        <p:spPr>
          <a:xfrm>
            <a:off x="195325" y="539350"/>
            <a:ext cx="1579500" cy="3327300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PARTNERS</a:t>
            </a:r>
            <a:endParaRPr sz="1100"/>
          </a:p>
        </p:txBody>
      </p:sp>
      <p:pic>
        <p:nvPicPr>
          <p:cNvPr id="738" name="Google Shape;738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4805" y="539345"/>
            <a:ext cx="553014" cy="50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3677" y="488148"/>
            <a:ext cx="499900" cy="397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3316" y="2399105"/>
            <a:ext cx="490526" cy="385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3952" y="456001"/>
            <a:ext cx="549889" cy="429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89"/>
          <p:cNvPicPr preferRelativeResize="0"/>
          <p:nvPr/>
        </p:nvPicPr>
        <p:blipFill rotWithShape="1">
          <a:blip r:embed="rId7">
            <a:alphaModFix/>
          </a:blip>
          <a:srcRect b="0" l="11174" r="0" t="0"/>
          <a:stretch/>
        </p:blipFill>
        <p:spPr>
          <a:xfrm>
            <a:off x="4656929" y="4207667"/>
            <a:ext cx="445223" cy="4298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3" name="Google Shape;743;p89"/>
          <p:cNvGrpSpPr/>
          <p:nvPr/>
        </p:nvGrpSpPr>
        <p:grpSpPr>
          <a:xfrm>
            <a:off x="1769975" y="2239925"/>
            <a:ext cx="1927775" cy="1626725"/>
            <a:chOff x="-1517" y="2348"/>
            <a:chExt cx="1205" cy="1500"/>
          </a:xfrm>
        </p:grpSpPr>
        <p:sp>
          <p:nvSpPr>
            <p:cNvPr id="744" name="Google Shape;744;p89"/>
            <p:cNvSpPr/>
            <p:nvPr/>
          </p:nvSpPr>
          <p:spPr>
            <a:xfrm>
              <a:off x="-1512" y="2348"/>
              <a:ext cx="1200" cy="1500"/>
            </a:xfrm>
            <a:prstGeom prst="rect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800"/>
                <a:buFont typeface="Helvetica Neue"/>
                <a:buNone/>
              </a:pPr>
              <a:r>
                <a:rPr b="1" i="0" lang="en-GB" sz="800" u="none" cap="none" strike="noStrike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KEY</a:t>
              </a:r>
              <a:endParaRPr sz="1100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800"/>
                <a:buFont typeface="Helvetica Neue"/>
                <a:buNone/>
              </a:pPr>
              <a:r>
                <a:rPr b="1" i="0" lang="en-GB" sz="800" u="none" cap="none" strike="noStrike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RESOURCES</a:t>
              </a:r>
              <a:endParaRPr sz="1100"/>
            </a:p>
          </p:txBody>
        </p:sp>
        <p:pic>
          <p:nvPicPr>
            <p:cNvPr id="745" name="Google Shape;745;p89"/>
            <p:cNvPicPr preferRelativeResize="0"/>
            <p:nvPr/>
          </p:nvPicPr>
          <p:blipFill rotWithShape="1">
            <a:blip r:embed="rId8">
              <a:alphaModFix/>
            </a:blip>
            <a:srcRect b="6725" l="0" r="0" t="0"/>
            <a:stretch/>
          </p:blipFill>
          <p:spPr>
            <a:xfrm>
              <a:off x="-1517" y="2351"/>
              <a:ext cx="390" cy="3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6" name="Google Shape;746;p89"/>
          <p:cNvGrpSpPr/>
          <p:nvPr/>
        </p:nvGrpSpPr>
        <p:grpSpPr>
          <a:xfrm>
            <a:off x="1776325" y="488150"/>
            <a:ext cx="1927775" cy="1763225"/>
            <a:chOff x="-1338" y="486"/>
            <a:chExt cx="1200" cy="1541"/>
          </a:xfrm>
        </p:grpSpPr>
        <p:sp>
          <p:nvSpPr>
            <p:cNvPr id="747" name="Google Shape;747;p89"/>
            <p:cNvSpPr/>
            <p:nvPr/>
          </p:nvSpPr>
          <p:spPr>
            <a:xfrm>
              <a:off x="-1338" y="527"/>
              <a:ext cx="1200" cy="1500"/>
            </a:xfrm>
            <a:prstGeom prst="rect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800"/>
                <a:buFont typeface="Helvetica Neue"/>
                <a:buNone/>
              </a:pPr>
              <a:r>
                <a:rPr b="1" i="0" lang="en-GB" sz="800" u="none" cap="none" strike="noStrike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	KEY</a:t>
              </a:r>
              <a:endParaRPr sz="11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800"/>
                <a:buFont typeface="Helvetica Neue"/>
                <a:buNone/>
              </a:pPr>
              <a:r>
                <a:rPr b="1" i="0" lang="en-GB" sz="800" u="none" cap="none" strike="noStrike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	ACTIVITIES</a:t>
              </a:r>
              <a:endParaRPr sz="1100"/>
            </a:p>
          </p:txBody>
        </p:sp>
        <p:pic>
          <p:nvPicPr>
            <p:cNvPr id="748" name="Google Shape;748;p8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1332" y="486"/>
              <a:ext cx="445" cy="45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49" name="Google Shape;749;p8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0947" y="510770"/>
            <a:ext cx="471781" cy="37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89"/>
          <p:cNvPicPr preferRelativeResize="0"/>
          <p:nvPr/>
        </p:nvPicPr>
        <p:blipFill rotWithShape="1">
          <a:blip r:embed="rId11">
            <a:alphaModFix/>
          </a:blip>
          <a:srcRect b="0" l="0" r="6838" t="8020"/>
          <a:stretch/>
        </p:blipFill>
        <p:spPr>
          <a:xfrm>
            <a:off x="195325" y="4194570"/>
            <a:ext cx="526457" cy="386954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89"/>
          <p:cNvSpPr txBox="1"/>
          <p:nvPr/>
        </p:nvSpPr>
        <p:spPr>
          <a:xfrm>
            <a:off x="923800" y="25500"/>
            <a:ext cx="7482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GB" sz="3600">
                <a:latin typeface="Catamaran"/>
                <a:ea typeface="Catamaran"/>
                <a:cs typeface="Catamaran"/>
                <a:sym typeface="Catamaran"/>
              </a:rPr>
              <a:t>Business Model Canvas</a:t>
            </a:r>
            <a:endParaRPr b="1" sz="36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52" name="Google Shape;752;p89"/>
          <p:cNvSpPr txBox="1"/>
          <p:nvPr/>
        </p:nvSpPr>
        <p:spPr>
          <a:xfrm>
            <a:off x="3850887" y="937052"/>
            <a:ext cx="1596000" cy="30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understand STEM concepts.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carry and use hardware.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devices compatible with all devices.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Providing an alternative to old methods of learning STEM concepts through Braille/interpreters/ abacus.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Cost-effective.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Increasing literacy and employability rate.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89"/>
          <p:cNvSpPr txBox="1"/>
          <p:nvPr/>
        </p:nvSpPr>
        <p:spPr>
          <a:xfrm>
            <a:off x="1971050" y="3955100"/>
            <a:ext cx="2613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Manufacturing of Hardware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Advertisement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platform charges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Dealerships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 of hardware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Offline campaigns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89"/>
          <p:cNvSpPr txBox="1"/>
          <p:nvPr/>
        </p:nvSpPr>
        <p:spPr>
          <a:xfrm>
            <a:off x="187073" y="1086601"/>
            <a:ext cx="1596000" cy="27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7149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Blind educational institutions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1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○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Sai Netraheen Sewa Sanstha, New Delhi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1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○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Blind School, New Delhi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7149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companies &amp; startups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7149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Azure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7149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1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○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GirlUpFoundation, NYC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1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○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Voice of Specially Abled People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7149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Suppliers of electrical &amp; electronic components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89"/>
          <p:cNvSpPr txBox="1"/>
          <p:nvPr/>
        </p:nvSpPr>
        <p:spPr>
          <a:xfrm>
            <a:off x="5227725" y="4074625"/>
            <a:ext cx="34866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number of blind people using our software per year: 500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software charges: INR 300 per month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charges (one-time): INR 12000/ unit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number of hardware units sold: 200 units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income per year: 500*(300*12)+12000*200= 34.5 lakhs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removing expenditure, estimated profit = 10 lakhs per annum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89"/>
          <p:cNvSpPr txBox="1"/>
          <p:nvPr/>
        </p:nvSpPr>
        <p:spPr>
          <a:xfrm>
            <a:off x="2018975" y="2779450"/>
            <a:ext cx="159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mobile application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services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manufacturing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Intellectual resources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resources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89"/>
          <p:cNvSpPr txBox="1"/>
          <p:nvPr/>
        </p:nvSpPr>
        <p:spPr>
          <a:xfrm>
            <a:off x="5656775" y="1045018"/>
            <a:ext cx="17553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Best-in-usage and services relationship.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Budget-friendly.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to improve customer experience.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89"/>
          <p:cNvSpPr txBox="1"/>
          <p:nvPr/>
        </p:nvSpPr>
        <p:spPr>
          <a:xfrm>
            <a:off x="5466150" y="2687550"/>
            <a:ext cx="1856700" cy="1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7999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Roboto"/>
              <a:buChar char="●"/>
            </a:pPr>
            <a:r>
              <a:rPr lang="en-GB" sz="8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Organize hackathons and workshops for visibility.</a:t>
            </a:r>
            <a:endParaRPr sz="8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479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Roboto"/>
              <a:buChar char="●"/>
            </a:pPr>
            <a:r>
              <a:rPr lang="en-GB" sz="8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Form partnerships with educational institutions and NGOs.</a:t>
            </a:r>
            <a:endParaRPr sz="8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479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Roboto"/>
              <a:buChar char="●"/>
            </a:pPr>
            <a:r>
              <a:rPr lang="en-GB" sz="8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Offer live demonstrations and ongoing support for customers.</a:t>
            </a:r>
            <a:endParaRPr sz="8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None/>
            </a:pPr>
            <a:r>
              <a:t/>
            </a:r>
            <a:endParaRPr b="1" sz="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89"/>
          <p:cNvSpPr txBox="1"/>
          <p:nvPr/>
        </p:nvSpPr>
        <p:spPr>
          <a:xfrm>
            <a:off x="7602589" y="1156201"/>
            <a:ext cx="1362000" cy="23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Visually impaired people (any age group and people suffering through any type of visual impairment)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Blind Educational Institutions and Organizations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Blind associations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89"/>
          <p:cNvSpPr txBox="1"/>
          <p:nvPr/>
        </p:nvSpPr>
        <p:spPr>
          <a:xfrm>
            <a:off x="1971050" y="1095726"/>
            <a:ext cx="1596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Development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Development (mobile and web application for visually impaired)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&amp; Marketing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0"/>
          <p:cNvSpPr txBox="1"/>
          <p:nvPr>
            <p:ph type="title"/>
          </p:nvPr>
        </p:nvSpPr>
        <p:spPr>
          <a:xfrm>
            <a:off x="6676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GB" sz="360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Customer Validation</a:t>
            </a:r>
            <a:endParaRPr b="1" sz="360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66" name="Google Shape;766;p9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GB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/>
          </a:p>
        </p:txBody>
      </p:sp>
      <p:pic>
        <p:nvPicPr>
          <p:cNvPr id="767" name="Google Shape;767;p90"/>
          <p:cNvPicPr preferRelativeResize="0"/>
          <p:nvPr/>
        </p:nvPicPr>
        <p:blipFill rotWithShape="1">
          <a:blip r:embed="rId3">
            <a:alphaModFix/>
          </a:blip>
          <a:srcRect b="0" l="0" r="0" t="29108"/>
          <a:stretch/>
        </p:blipFill>
        <p:spPr>
          <a:xfrm rot="-5">
            <a:off x="229827" y="891851"/>
            <a:ext cx="3216151" cy="106029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8" name="Google Shape;768;p90"/>
          <p:cNvPicPr preferRelativeResize="0"/>
          <p:nvPr/>
        </p:nvPicPr>
        <p:blipFill rotWithShape="1">
          <a:blip r:embed="rId4">
            <a:alphaModFix/>
          </a:blip>
          <a:srcRect b="0" l="0" r="0" t="22142"/>
          <a:stretch/>
        </p:blipFill>
        <p:spPr>
          <a:xfrm>
            <a:off x="229825" y="2182200"/>
            <a:ext cx="3216150" cy="994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9" name="Google Shape;769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0950" y="2571750"/>
            <a:ext cx="2877175" cy="23298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0" name="Google Shape;770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0950" y="264613"/>
            <a:ext cx="2877175" cy="22226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1" name="Google Shape;771;p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84500" y="891850"/>
            <a:ext cx="1676925" cy="29335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2" name="Google Shape;772;p9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9825" y="3406425"/>
            <a:ext cx="3216151" cy="1153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3" name="Google Shape;773;p90"/>
          <p:cNvSpPr txBox="1"/>
          <p:nvPr/>
        </p:nvSpPr>
        <p:spPr>
          <a:xfrm>
            <a:off x="3578863" y="3991850"/>
            <a:ext cx="1849200" cy="568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eDrishti at Microsoft AI Event with Satya Nadella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91"/>
          <p:cNvSpPr txBox="1"/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Thank you for your time 😊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AI Simple">
  <a:themeElements>
    <a:clrScheme name="Custom">
      <a:dk1>
        <a:srgbClr val="0F2B36"/>
      </a:dk1>
      <a:lt1>
        <a:srgbClr val="FFFFFF"/>
      </a:lt1>
      <a:dk2>
        <a:srgbClr val="134D57"/>
      </a:dk2>
      <a:lt2>
        <a:srgbClr val="EFEFEF"/>
      </a:lt2>
      <a:accent1>
        <a:srgbClr val="AE90BB"/>
      </a:accent1>
      <a:accent2>
        <a:srgbClr val="E19464"/>
      </a:accent2>
      <a:accent3>
        <a:srgbClr val="73ABC9"/>
      </a:accent3>
      <a:accent4>
        <a:srgbClr val="B98D7A"/>
      </a:accent4>
      <a:accent5>
        <a:srgbClr val="2A4540"/>
      </a:accent5>
      <a:accent6>
        <a:srgbClr val="49837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AI Regular - v1">
  <a:themeElements>
    <a:clrScheme name="Simple Light">
      <a:dk1>
        <a:srgbClr val="0F2B36"/>
      </a:dk1>
      <a:lt1>
        <a:srgbClr val="FFFFFF"/>
      </a:lt1>
      <a:dk2>
        <a:srgbClr val="134D57"/>
      </a:dk2>
      <a:lt2>
        <a:srgbClr val="EFEFEF"/>
      </a:lt2>
      <a:accent1>
        <a:srgbClr val="F9744D"/>
      </a:accent1>
      <a:accent2>
        <a:srgbClr val="E1F0C4"/>
      </a:accent2>
      <a:accent3>
        <a:srgbClr val="6BAB90"/>
      </a:accent3>
      <a:accent4>
        <a:srgbClr val="A4CCBB"/>
      </a:accent4>
      <a:accent5>
        <a:srgbClr val="3EABCA"/>
      </a:accent5>
      <a:accent6>
        <a:srgbClr val="C3455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