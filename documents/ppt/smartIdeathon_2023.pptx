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84" r:id="rId6"/>
    <p:sldMasterId id="2147483696" r:id="rId7"/>
    <p:sldMasterId id="214748373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y="5143500" cx="9144000"/>
  <p:notesSz cx="6858000" cy="9144000"/>
  <p:embeddedFontLst>
    <p:embeddedFont>
      <p:font typeface="Patrick Hand"/>
      <p:regular r:id="rId33"/>
    </p:embeddedFont>
    <p:embeddedFont>
      <p:font typeface="Secular One"/>
      <p:regular r:id="rId34"/>
    </p:embeddedFont>
    <p:embeddedFont>
      <p:font typeface="Roboto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Didact Gothic"/>
      <p:regular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8" roundtripDataSignature="AMtx7miEa17iHLFSJ8TwQAP/MUWlOLT5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3F0BC9-93B6-42CB-B559-9E623591DCF6}">
  <a:tblStyle styleId="{F83F0BC9-93B6-42CB-B559-9E623591DCF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1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3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2.xml"/><Relationship Id="rId43" Type="http://schemas.openxmlformats.org/officeDocument/2006/relationships/font" Target="fonts/DidactGothic-regular.fntdata"/><Relationship Id="rId24" Type="http://schemas.openxmlformats.org/officeDocument/2006/relationships/slide" Target="slides/slide15.xml"/><Relationship Id="rId46" Type="http://schemas.openxmlformats.org/officeDocument/2006/relationships/font" Target="fonts/OpenSans-italic.fntdata"/><Relationship Id="rId23" Type="http://schemas.openxmlformats.org/officeDocument/2006/relationships/slide" Target="slides/slide14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48" Type="http://customschemas.google.com/relationships/presentationmetadata" Target="metadata"/><Relationship Id="rId25" Type="http://schemas.openxmlformats.org/officeDocument/2006/relationships/slide" Target="slides/slide16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11" Type="http://schemas.openxmlformats.org/officeDocument/2006/relationships/slide" Target="slides/slide2.xml"/><Relationship Id="rId33" Type="http://schemas.openxmlformats.org/officeDocument/2006/relationships/font" Target="fonts/PatrickHand-regular.fntdata"/><Relationship Id="rId10" Type="http://schemas.openxmlformats.org/officeDocument/2006/relationships/slide" Target="slides/slide1.xml"/><Relationship Id="rId32" Type="http://schemas.openxmlformats.org/officeDocument/2006/relationships/slide" Target="slides/slide23.xml"/><Relationship Id="rId13" Type="http://schemas.openxmlformats.org/officeDocument/2006/relationships/slide" Target="slides/slide4.xml"/><Relationship Id="rId35" Type="http://schemas.openxmlformats.org/officeDocument/2006/relationships/font" Target="fonts/Roboto-regular.fntdata"/><Relationship Id="rId12" Type="http://schemas.openxmlformats.org/officeDocument/2006/relationships/slide" Target="slides/slide3.xml"/><Relationship Id="rId34" Type="http://schemas.openxmlformats.org/officeDocument/2006/relationships/font" Target="fonts/SecularOne-regular.fntdata"/><Relationship Id="rId15" Type="http://schemas.openxmlformats.org/officeDocument/2006/relationships/slide" Target="slides/slide6.xml"/><Relationship Id="rId37" Type="http://schemas.openxmlformats.org/officeDocument/2006/relationships/font" Target="fonts/Roboto-italic.fntdata"/><Relationship Id="rId14" Type="http://schemas.openxmlformats.org/officeDocument/2006/relationships/slide" Target="slides/slide5.xml"/><Relationship Id="rId36" Type="http://schemas.openxmlformats.org/officeDocument/2006/relationships/font" Target="fonts/Roboto-bold.fntdata"/><Relationship Id="rId17" Type="http://schemas.openxmlformats.org/officeDocument/2006/relationships/slide" Target="slides/slide8.xml"/><Relationship Id="rId39" Type="http://schemas.openxmlformats.org/officeDocument/2006/relationships/font" Target="fonts/Lato-regular.fntdata"/><Relationship Id="rId16" Type="http://schemas.openxmlformats.org/officeDocument/2006/relationships/slide" Target="slides/slide7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6" name="Google Shape;65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6" name="Google Shape;74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7" name="Google Shape;7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5" name="Google Shape;7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8" name="Google Shape;79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6" name="Google Shape;8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9" name="Google Shape;8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3" name="Google Shape;83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9" name="Google Shape;839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5" name="Google Shape;845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1" name="Google Shape;851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7" name="Google Shape;857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4" name="Google Shape;86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0" name="Google Shape;870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1" name="Google Shape;881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9" name="Google Shape;899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6" name="Google Shape;9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8" name="Google Shape;938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6" name="Google Shape;966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2" name="Google Shape;982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2" name="Google Shape;1032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5"/>
          <p:cNvSpPr/>
          <p:nvPr/>
        </p:nvSpPr>
        <p:spPr>
          <a:xfrm rot="-5400000">
            <a:off x="5643118" y="1639338"/>
            <a:ext cx="5140218" cy="186155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5"/>
          <p:cNvSpPr/>
          <p:nvPr/>
        </p:nvSpPr>
        <p:spPr>
          <a:xfrm rot="5400000">
            <a:off x="-1639332" y="1639338"/>
            <a:ext cx="5140218" cy="186155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5"/>
          <p:cNvSpPr txBox="1"/>
          <p:nvPr>
            <p:ph type="title"/>
          </p:nvPr>
        </p:nvSpPr>
        <p:spPr>
          <a:xfrm>
            <a:off x="3148500" y="2345200"/>
            <a:ext cx="28470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" type="subTitle"/>
          </p:nvPr>
        </p:nvSpPr>
        <p:spPr>
          <a:xfrm>
            <a:off x="3148501" y="2857375"/>
            <a:ext cx="2847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2"/>
          <p:cNvSpPr txBox="1"/>
          <p:nvPr>
            <p:ph type="ctrTitle"/>
          </p:nvPr>
        </p:nvSpPr>
        <p:spPr>
          <a:xfrm>
            <a:off x="4373150" y="1041800"/>
            <a:ext cx="4050900" cy="28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2"/>
          <p:cNvSpPr txBox="1"/>
          <p:nvPr>
            <p:ph idx="1" type="subTitle"/>
          </p:nvPr>
        </p:nvSpPr>
        <p:spPr>
          <a:xfrm>
            <a:off x="4373150" y="3746350"/>
            <a:ext cx="40509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42"/>
          <p:cNvSpPr/>
          <p:nvPr/>
        </p:nvSpPr>
        <p:spPr>
          <a:xfrm rot="1178282">
            <a:off x="-692430" y="498283"/>
            <a:ext cx="5024607" cy="4505639"/>
          </a:xfrm>
          <a:custGeom>
            <a:rect b="b" l="l" r="r" t="t"/>
            <a:pathLst>
              <a:path extrusionOk="0" h="14192" w="20786">
                <a:moveTo>
                  <a:pt x="9769" y="1"/>
                </a:moveTo>
                <a:cubicBezTo>
                  <a:pt x="8018" y="1"/>
                  <a:pt x="6151" y="221"/>
                  <a:pt x="4355" y="576"/>
                </a:cubicBezTo>
                <a:cubicBezTo>
                  <a:pt x="0" y="1441"/>
                  <a:pt x="7629" y="12658"/>
                  <a:pt x="9088" y="13660"/>
                </a:cubicBezTo>
                <a:cubicBezTo>
                  <a:pt x="9605" y="14012"/>
                  <a:pt x="10182" y="14192"/>
                  <a:pt x="10841" y="14192"/>
                </a:cubicBezTo>
                <a:cubicBezTo>
                  <a:pt x="12364" y="14192"/>
                  <a:pt x="14322" y="13230"/>
                  <a:pt x="16979" y="11211"/>
                </a:cubicBezTo>
                <a:cubicBezTo>
                  <a:pt x="20786" y="8318"/>
                  <a:pt x="18846" y="3774"/>
                  <a:pt x="15989" y="1578"/>
                </a:cubicBezTo>
                <a:cubicBezTo>
                  <a:pt x="14514" y="446"/>
                  <a:pt x="12259" y="1"/>
                  <a:pt x="97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/>
          <p:nvPr/>
        </p:nvSpPr>
        <p:spPr>
          <a:xfrm rot="-9900000">
            <a:off x="-2114793" y="-1643107"/>
            <a:ext cx="4536639" cy="4247538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3"/>
          <p:cNvSpPr/>
          <p:nvPr/>
        </p:nvSpPr>
        <p:spPr>
          <a:xfrm flipH="1" rot="-802868">
            <a:off x="2973426" y="2845354"/>
            <a:ext cx="6566370" cy="3437892"/>
          </a:xfrm>
          <a:custGeom>
            <a:rect b="b" l="l" r="r" t="t"/>
            <a:pathLst>
              <a:path extrusionOk="0" h="1998" w="2442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3"/>
          <p:cNvSpPr txBox="1"/>
          <p:nvPr>
            <p:ph type="title"/>
          </p:nvPr>
        </p:nvSpPr>
        <p:spPr>
          <a:xfrm>
            <a:off x="720000" y="2371500"/>
            <a:ext cx="4066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" name="Google Shape;21;p43"/>
          <p:cNvSpPr txBox="1"/>
          <p:nvPr>
            <p:ph idx="1" type="body"/>
          </p:nvPr>
        </p:nvSpPr>
        <p:spPr>
          <a:xfrm>
            <a:off x="720000" y="2878650"/>
            <a:ext cx="4066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3"/>
          <p:cNvSpPr txBox="1"/>
          <p:nvPr>
            <p:ph idx="2" type="title"/>
          </p:nvPr>
        </p:nvSpPr>
        <p:spPr>
          <a:xfrm>
            <a:off x="2254350" y="1580400"/>
            <a:ext cx="9981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4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ivvic"/>
              <a:buAutoNum type="arabicPeriod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idx="1" type="subTitle"/>
          </p:nvPr>
        </p:nvSpPr>
        <p:spPr>
          <a:xfrm>
            <a:off x="1575602" y="3371700"/>
            <a:ext cx="2555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45"/>
          <p:cNvSpPr txBox="1"/>
          <p:nvPr>
            <p:ph idx="2" type="title"/>
          </p:nvPr>
        </p:nvSpPr>
        <p:spPr>
          <a:xfrm>
            <a:off x="1575600" y="2940050"/>
            <a:ext cx="2555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2" name="Google Shape;32;p45"/>
          <p:cNvSpPr txBox="1"/>
          <p:nvPr>
            <p:ph idx="3" type="subTitle"/>
          </p:nvPr>
        </p:nvSpPr>
        <p:spPr>
          <a:xfrm>
            <a:off x="5012702" y="3371700"/>
            <a:ext cx="2555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45"/>
          <p:cNvSpPr txBox="1"/>
          <p:nvPr>
            <p:ph idx="4" type="title"/>
          </p:nvPr>
        </p:nvSpPr>
        <p:spPr>
          <a:xfrm>
            <a:off x="5012700" y="2940050"/>
            <a:ext cx="2555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6"/>
          <p:cNvSpPr/>
          <p:nvPr/>
        </p:nvSpPr>
        <p:spPr>
          <a:xfrm>
            <a:off x="25" y="166600"/>
            <a:ext cx="9067615" cy="4782658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6"/>
          <p:cNvSpPr/>
          <p:nvPr/>
        </p:nvSpPr>
        <p:spPr>
          <a:xfrm flipH="1">
            <a:off x="21" y="107725"/>
            <a:ext cx="9144004" cy="489188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7"/>
          <p:cNvSpPr/>
          <p:nvPr/>
        </p:nvSpPr>
        <p:spPr>
          <a:xfrm>
            <a:off x="0" y="4043225"/>
            <a:ext cx="9144014" cy="110027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7"/>
          <p:cNvSpPr txBox="1"/>
          <p:nvPr>
            <p:ph type="title"/>
          </p:nvPr>
        </p:nvSpPr>
        <p:spPr>
          <a:xfrm>
            <a:off x="2390925" y="1062800"/>
            <a:ext cx="43623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47"/>
          <p:cNvSpPr txBox="1"/>
          <p:nvPr>
            <p:ph idx="1" type="subTitle"/>
          </p:nvPr>
        </p:nvSpPr>
        <p:spPr>
          <a:xfrm>
            <a:off x="2605375" y="3212650"/>
            <a:ext cx="3933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8"/>
          <p:cNvSpPr/>
          <p:nvPr/>
        </p:nvSpPr>
        <p:spPr>
          <a:xfrm flipH="1">
            <a:off x="2438185" y="0"/>
            <a:ext cx="6705815" cy="5143495"/>
          </a:xfrm>
          <a:custGeom>
            <a:rect b="b" l="l" r="r" t="t"/>
            <a:pathLst>
              <a:path extrusionOk="0" h="9896" w="12902">
                <a:moveTo>
                  <a:pt x="1" y="1"/>
                </a:moveTo>
                <a:lnTo>
                  <a:pt x="1" y="9895"/>
                </a:lnTo>
                <a:lnTo>
                  <a:pt x="12885" y="9895"/>
                </a:lnTo>
                <a:cubicBezTo>
                  <a:pt x="12901" y="9500"/>
                  <a:pt x="12852" y="9120"/>
                  <a:pt x="12678" y="8762"/>
                </a:cubicBezTo>
                <a:cubicBezTo>
                  <a:pt x="12472" y="8366"/>
                  <a:pt x="12114" y="8073"/>
                  <a:pt x="11821" y="7747"/>
                </a:cubicBezTo>
                <a:cubicBezTo>
                  <a:pt x="10687" y="6527"/>
                  <a:pt x="10155" y="4878"/>
                  <a:pt x="9656" y="3282"/>
                </a:cubicBezTo>
                <a:cubicBezTo>
                  <a:pt x="9310" y="2198"/>
                  <a:pt x="8968" y="1101"/>
                  <a:pt x="86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8"/>
          <p:cNvSpPr txBox="1"/>
          <p:nvPr>
            <p:ph type="title"/>
          </p:nvPr>
        </p:nvSpPr>
        <p:spPr>
          <a:xfrm>
            <a:off x="4572000" y="1309625"/>
            <a:ext cx="38520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48"/>
          <p:cNvSpPr txBox="1"/>
          <p:nvPr>
            <p:ph idx="1" type="subTitle"/>
          </p:nvPr>
        </p:nvSpPr>
        <p:spPr>
          <a:xfrm>
            <a:off x="4572000" y="1961600"/>
            <a:ext cx="38520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/>
          <p:nvPr/>
        </p:nvSpPr>
        <p:spPr>
          <a:xfrm rot="-5400000">
            <a:off x="-114499" y="114505"/>
            <a:ext cx="2146218" cy="1917197"/>
          </a:xfrm>
          <a:custGeom>
            <a:rect b="b" l="l" r="r" t="t"/>
            <a:pathLst>
              <a:path extrusionOk="0" h="5584" w="6251">
                <a:moveTo>
                  <a:pt x="842" y="1"/>
                </a:moveTo>
                <a:cubicBezTo>
                  <a:pt x="549" y="1048"/>
                  <a:pt x="293" y="2099"/>
                  <a:pt x="67" y="3163"/>
                </a:cubicBezTo>
                <a:cubicBezTo>
                  <a:pt x="34" y="3316"/>
                  <a:pt x="1" y="3489"/>
                  <a:pt x="67" y="3625"/>
                </a:cubicBezTo>
                <a:cubicBezTo>
                  <a:pt x="137" y="3831"/>
                  <a:pt x="376" y="3934"/>
                  <a:pt x="603" y="3988"/>
                </a:cubicBezTo>
                <a:cubicBezTo>
                  <a:pt x="1200" y="4161"/>
                  <a:pt x="1872" y="4194"/>
                  <a:pt x="2355" y="4606"/>
                </a:cubicBezTo>
                <a:cubicBezTo>
                  <a:pt x="2627" y="4829"/>
                  <a:pt x="2833" y="5171"/>
                  <a:pt x="3159" y="5344"/>
                </a:cubicBezTo>
                <a:cubicBezTo>
                  <a:pt x="3365" y="5447"/>
                  <a:pt x="3625" y="5447"/>
                  <a:pt x="3847" y="5464"/>
                </a:cubicBezTo>
                <a:cubicBezTo>
                  <a:pt x="4655" y="5501"/>
                  <a:pt x="5447" y="5550"/>
                  <a:pt x="6251" y="5583"/>
                </a:cubicBezTo>
                <a:lnTo>
                  <a:pt x="62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9"/>
          <p:cNvSpPr/>
          <p:nvPr/>
        </p:nvSpPr>
        <p:spPr>
          <a:xfrm>
            <a:off x="4127675" y="2825700"/>
            <a:ext cx="5016319" cy="2364298"/>
          </a:xfrm>
          <a:custGeom>
            <a:rect b="b" l="l" r="r" t="t"/>
            <a:pathLst>
              <a:path extrusionOk="0" h="6604" w="8573">
                <a:moveTo>
                  <a:pt x="5789" y="1"/>
                </a:moveTo>
                <a:cubicBezTo>
                  <a:pt x="3331" y="1"/>
                  <a:pt x="117" y="1067"/>
                  <a:pt x="1" y="6604"/>
                </a:cubicBezTo>
                <a:lnTo>
                  <a:pt x="8572" y="6604"/>
                </a:lnTo>
                <a:lnTo>
                  <a:pt x="8572" y="419"/>
                </a:lnTo>
                <a:cubicBezTo>
                  <a:pt x="8572" y="419"/>
                  <a:pt x="7329" y="1"/>
                  <a:pt x="578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9"/>
          <p:cNvSpPr txBox="1"/>
          <p:nvPr>
            <p:ph type="title"/>
          </p:nvPr>
        </p:nvSpPr>
        <p:spPr>
          <a:xfrm flipH="1">
            <a:off x="4929000" y="3598300"/>
            <a:ext cx="3495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0"/>
          <p:cNvSpPr/>
          <p:nvPr/>
        </p:nvSpPr>
        <p:spPr>
          <a:xfrm>
            <a:off x="166900" y="1101674"/>
            <a:ext cx="8810193" cy="275415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0"/>
          <p:cNvSpPr txBox="1"/>
          <p:nvPr>
            <p:ph hasCustomPrompt="1" type="title"/>
          </p:nvPr>
        </p:nvSpPr>
        <p:spPr>
          <a:xfrm>
            <a:off x="1344250" y="1747950"/>
            <a:ext cx="64554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50"/>
          <p:cNvSpPr txBox="1"/>
          <p:nvPr>
            <p:ph idx="1" type="body"/>
          </p:nvPr>
        </p:nvSpPr>
        <p:spPr>
          <a:xfrm>
            <a:off x="2340850" y="2908375"/>
            <a:ext cx="44622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2"/>
          <p:cNvSpPr/>
          <p:nvPr/>
        </p:nvSpPr>
        <p:spPr>
          <a:xfrm>
            <a:off x="457825" y="143075"/>
            <a:ext cx="8228089" cy="4857349"/>
          </a:xfrm>
          <a:custGeom>
            <a:rect b="b" l="l" r="r" t="t"/>
            <a:pathLst>
              <a:path extrusionOk="0" h="22650" w="26063">
                <a:moveTo>
                  <a:pt x="13375" y="1"/>
                </a:moveTo>
                <a:cubicBezTo>
                  <a:pt x="3971" y="1"/>
                  <a:pt x="468" y="3399"/>
                  <a:pt x="204" y="11317"/>
                </a:cubicBezTo>
                <a:cubicBezTo>
                  <a:pt x="0" y="17542"/>
                  <a:pt x="841" y="22650"/>
                  <a:pt x="13188" y="22650"/>
                </a:cubicBezTo>
                <a:cubicBezTo>
                  <a:pt x="13250" y="22650"/>
                  <a:pt x="13312" y="22650"/>
                  <a:pt x="13375" y="22650"/>
                </a:cubicBezTo>
                <a:cubicBezTo>
                  <a:pt x="22777" y="22598"/>
                  <a:pt x="25910" y="18895"/>
                  <a:pt x="25999" y="11317"/>
                </a:cubicBezTo>
                <a:cubicBezTo>
                  <a:pt x="26063" y="5062"/>
                  <a:pt x="24768" y="1"/>
                  <a:pt x="1337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2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" name="Google Shape;58;p52"/>
          <p:cNvSpPr txBox="1"/>
          <p:nvPr>
            <p:ph idx="1" type="subTitle"/>
          </p:nvPr>
        </p:nvSpPr>
        <p:spPr>
          <a:xfrm>
            <a:off x="1520350" y="22671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52"/>
          <p:cNvSpPr txBox="1"/>
          <p:nvPr>
            <p:ph idx="2" type="title"/>
          </p:nvPr>
        </p:nvSpPr>
        <p:spPr>
          <a:xfrm>
            <a:off x="863213" y="1833700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0" name="Google Shape;60;p52"/>
          <p:cNvSpPr txBox="1"/>
          <p:nvPr>
            <p:ph idx="3" type="title"/>
          </p:nvPr>
        </p:nvSpPr>
        <p:spPr>
          <a:xfrm>
            <a:off x="1520387" y="1309011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" name="Google Shape;61;p52"/>
          <p:cNvSpPr txBox="1"/>
          <p:nvPr>
            <p:ph idx="4" type="subTitle"/>
          </p:nvPr>
        </p:nvSpPr>
        <p:spPr>
          <a:xfrm>
            <a:off x="5307421" y="2313342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" name="Google Shape;62;p52"/>
          <p:cNvSpPr txBox="1"/>
          <p:nvPr>
            <p:ph idx="5" type="title"/>
          </p:nvPr>
        </p:nvSpPr>
        <p:spPr>
          <a:xfrm>
            <a:off x="4650237" y="1833700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3" name="Google Shape;63;p52"/>
          <p:cNvSpPr txBox="1"/>
          <p:nvPr>
            <p:ph idx="6" type="title"/>
          </p:nvPr>
        </p:nvSpPr>
        <p:spPr>
          <a:xfrm>
            <a:off x="5307408" y="1308948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52"/>
          <p:cNvSpPr txBox="1"/>
          <p:nvPr>
            <p:ph idx="7" type="subTitle"/>
          </p:nvPr>
        </p:nvSpPr>
        <p:spPr>
          <a:xfrm>
            <a:off x="1520350" y="39047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52"/>
          <p:cNvSpPr txBox="1"/>
          <p:nvPr>
            <p:ph idx="8" type="title"/>
          </p:nvPr>
        </p:nvSpPr>
        <p:spPr>
          <a:xfrm>
            <a:off x="863163" y="3471225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6" name="Google Shape;66;p52"/>
          <p:cNvSpPr txBox="1"/>
          <p:nvPr>
            <p:ph idx="9" type="title"/>
          </p:nvPr>
        </p:nvSpPr>
        <p:spPr>
          <a:xfrm>
            <a:off x="1520362" y="294648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52"/>
          <p:cNvSpPr txBox="1"/>
          <p:nvPr>
            <p:ph idx="13" type="subTitle"/>
          </p:nvPr>
        </p:nvSpPr>
        <p:spPr>
          <a:xfrm>
            <a:off x="5307396" y="39047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52"/>
          <p:cNvSpPr txBox="1"/>
          <p:nvPr>
            <p:ph idx="14" type="title"/>
          </p:nvPr>
        </p:nvSpPr>
        <p:spPr>
          <a:xfrm>
            <a:off x="4650215" y="3471225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9" name="Google Shape;69;p52"/>
          <p:cNvSpPr txBox="1"/>
          <p:nvPr>
            <p:ph idx="15" type="title"/>
          </p:nvPr>
        </p:nvSpPr>
        <p:spPr>
          <a:xfrm>
            <a:off x="5307408" y="294648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7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3"/>
          <p:cNvSpPr/>
          <p:nvPr/>
        </p:nvSpPr>
        <p:spPr>
          <a:xfrm rot="-5400000">
            <a:off x="2904661" y="-1123119"/>
            <a:ext cx="3362208" cy="9171030"/>
          </a:xfrm>
          <a:custGeom>
            <a:rect b="b" l="l" r="r" t="t"/>
            <a:pathLst>
              <a:path extrusionOk="0" h="17234" w="15099">
                <a:moveTo>
                  <a:pt x="0" y="0"/>
                </a:moveTo>
                <a:lnTo>
                  <a:pt x="0" y="17197"/>
                </a:lnTo>
                <a:lnTo>
                  <a:pt x="13915" y="17234"/>
                </a:lnTo>
                <a:cubicBezTo>
                  <a:pt x="13915" y="17234"/>
                  <a:pt x="14995" y="15688"/>
                  <a:pt x="15049" y="12266"/>
                </a:cubicBezTo>
                <a:cubicBezTo>
                  <a:pt x="15098" y="6564"/>
                  <a:pt x="11816" y="0"/>
                  <a:pt x="118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" type="subTitle"/>
          </p:nvPr>
        </p:nvSpPr>
        <p:spPr>
          <a:xfrm>
            <a:off x="1007076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53"/>
          <p:cNvSpPr txBox="1"/>
          <p:nvPr>
            <p:ph idx="2" type="title"/>
          </p:nvPr>
        </p:nvSpPr>
        <p:spPr>
          <a:xfrm>
            <a:off x="1007075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75" name="Google Shape;75;p53"/>
          <p:cNvSpPr txBox="1"/>
          <p:nvPr>
            <p:ph idx="3" type="subTitle"/>
          </p:nvPr>
        </p:nvSpPr>
        <p:spPr>
          <a:xfrm>
            <a:off x="6314181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" name="Google Shape;76;p53"/>
          <p:cNvSpPr txBox="1"/>
          <p:nvPr>
            <p:ph idx="4" type="title"/>
          </p:nvPr>
        </p:nvSpPr>
        <p:spPr>
          <a:xfrm>
            <a:off x="6314176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77" name="Google Shape;77;p53"/>
          <p:cNvSpPr txBox="1"/>
          <p:nvPr>
            <p:ph idx="5" type="subTitle"/>
          </p:nvPr>
        </p:nvSpPr>
        <p:spPr>
          <a:xfrm>
            <a:off x="3642153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" name="Google Shape;78;p53"/>
          <p:cNvSpPr txBox="1"/>
          <p:nvPr>
            <p:ph idx="6" type="title"/>
          </p:nvPr>
        </p:nvSpPr>
        <p:spPr>
          <a:xfrm>
            <a:off x="3642146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4"/>
          <p:cNvSpPr/>
          <p:nvPr/>
        </p:nvSpPr>
        <p:spPr>
          <a:xfrm flipH="1" rot="-5400000">
            <a:off x="4092647" y="22828"/>
            <a:ext cx="5199283" cy="5057677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4"/>
          <p:cNvSpPr txBox="1"/>
          <p:nvPr>
            <p:ph type="title"/>
          </p:nvPr>
        </p:nvSpPr>
        <p:spPr>
          <a:xfrm>
            <a:off x="720109" y="540000"/>
            <a:ext cx="3852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54"/>
          <p:cNvSpPr txBox="1"/>
          <p:nvPr>
            <p:ph idx="1" type="subTitle"/>
          </p:nvPr>
        </p:nvSpPr>
        <p:spPr>
          <a:xfrm>
            <a:off x="720000" y="1861075"/>
            <a:ext cx="3513000" cy="2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45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6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5"/>
          <p:cNvSpPr/>
          <p:nvPr/>
        </p:nvSpPr>
        <p:spPr>
          <a:xfrm>
            <a:off x="0" y="0"/>
            <a:ext cx="5494007" cy="5143505"/>
          </a:xfrm>
          <a:custGeom>
            <a:rect b="b" l="l" r="r" t="t"/>
            <a:pathLst>
              <a:path extrusionOk="0" h="12922" w="18368">
                <a:moveTo>
                  <a:pt x="0" y="1"/>
                </a:moveTo>
                <a:lnTo>
                  <a:pt x="0" y="12835"/>
                </a:lnTo>
                <a:lnTo>
                  <a:pt x="15634" y="12922"/>
                </a:lnTo>
                <a:cubicBezTo>
                  <a:pt x="15634" y="12922"/>
                  <a:pt x="18368" y="9896"/>
                  <a:pt x="16286" y="7113"/>
                </a:cubicBezTo>
                <a:cubicBezTo>
                  <a:pt x="14451" y="4639"/>
                  <a:pt x="12884" y="6944"/>
                  <a:pt x="11012" y="3542"/>
                </a:cubicBezTo>
                <a:cubicBezTo>
                  <a:pt x="9759" y="1275"/>
                  <a:pt x="7442" y="1"/>
                  <a:pt x="74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5"/>
          <p:cNvSpPr txBox="1"/>
          <p:nvPr>
            <p:ph type="title"/>
          </p:nvPr>
        </p:nvSpPr>
        <p:spPr>
          <a:xfrm>
            <a:off x="720101" y="2766875"/>
            <a:ext cx="43017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55"/>
          <p:cNvSpPr txBox="1"/>
          <p:nvPr>
            <p:ph idx="1" type="subTitle"/>
          </p:nvPr>
        </p:nvSpPr>
        <p:spPr>
          <a:xfrm>
            <a:off x="720000" y="3718325"/>
            <a:ext cx="43017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>
                <a:solidFill>
                  <a:srgbClr val="261B2A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/>
          <p:nvPr/>
        </p:nvSpPr>
        <p:spPr>
          <a:xfrm>
            <a:off x="50" y="7225"/>
            <a:ext cx="8042521" cy="5143505"/>
          </a:xfrm>
          <a:custGeom>
            <a:rect b="b" l="l" r="r" t="t"/>
            <a:pathLst>
              <a:path extrusionOk="0" h="12922" w="18368">
                <a:moveTo>
                  <a:pt x="0" y="1"/>
                </a:moveTo>
                <a:lnTo>
                  <a:pt x="0" y="12835"/>
                </a:lnTo>
                <a:lnTo>
                  <a:pt x="15634" y="12922"/>
                </a:lnTo>
                <a:cubicBezTo>
                  <a:pt x="15634" y="12922"/>
                  <a:pt x="18368" y="9896"/>
                  <a:pt x="16286" y="7113"/>
                </a:cubicBezTo>
                <a:cubicBezTo>
                  <a:pt x="14451" y="4639"/>
                  <a:pt x="12884" y="6944"/>
                  <a:pt x="11012" y="3542"/>
                </a:cubicBezTo>
                <a:cubicBezTo>
                  <a:pt x="9759" y="1275"/>
                  <a:pt x="7442" y="1"/>
                  <a:pt x="74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6"/>
          <p:cNvSpPr txBox="1"/>
          <p:nvPr>
            <p:ph type="title"/>
          </p:nvPr>
        </p:nvSpPr>
        <p:spPr>
          <a:xfrm>
            <a:off x="720000" y="3789638"/>
            <a:ext cx="3848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0" name="Google Shape;90;p56"/>
          <p:cNvSpPr txBox="1"/>
          <p:nvPr>
            <p:ph idx="1" type="subTitle"/>
          </p:nvPr>
        </p:nvSpPr>
        <p:spPr>
          <a:xfrm>
            <a:off x="720000" y="933775"/>
            <a:ext cx="4283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ecular One"/>
              <a:buNone/>
              <a:defRPr sz="3000"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7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57"/>
          <p:cNvSpPr txBox="1"/>
          <p:nvPr>
            <p:ph idx="1" type="subTitle"/>
          </p:nvPr>
        </p:nvSpPr>
        <p:spPr>
          <a:xfrm>
            <a:off x="724125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57"/>
          <p:cNvSpPr txBox="1"/>
          <p:nvPr>
            <p:ph idx="2" type="title"/>
          </p:nvPr>
        </p:nvSpPr>
        <p:spPr>
          <a:xfrm>
            <a:off x="937125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96" name="Google Shape;96;p57"/>
          <p:cNvSpPr txBox="1"/>
          <p:nvPr>
            <p:ph idx="3" type="subTitle"/>
          </p:nvPr>
        </p:nvSpPr>
        <p:spPr>
          <a:xfrm>
            <a:off x="3413996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57"/>
          <p:cNvSpPr txBox="1"/>
          <p:nvPr>
            <p:ph idx="4" type="title"/>
          </p:nvPr>
        </p:nvSpPr>
        <p:spPr>
          <a:xfrm>
            <a:off x="3627000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98" name="Google Shape;98;p57"/>
          <p:cNvSpPr txBox="1"/>
          <p:nvPr>
            <p:ph idx="5" type="subTitle"/>
          </p:nvPr>
        </p:nvSpPr>
        <p:spPr>
          <a:xfrm>
            <a:off x="6103866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57"/>
          <p:cNvSpPr txBox="1"/>
          <p:nvPr>
            <p:ph idx="6" type="title"/>
          </p:nvPr>
        </p:nvSpPr>
        <p:spPr>
          <a:xfrm>
            <a:off x="6316850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00" name="Google Shape;100;p57"/>
          <p:cNvSpPr txBox="1"/>
          <p:nvPr>
            <p:ph idx="7" type="subTitle"/>
          </p:nvPr>
        </p:nvSpPr>
        <p:spPr>
          <a:xfrm>
            <a:off x="724125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1" name="Google Shape;101;p57"/>
          <p:cNvSpPr txBox="1"/>
          <p:nvPr>
            <p:ph idx="8" type="title"/>
          </p:nvPr>
        </p:nvSpPr>
        <p:spPr>
          <a:xfrm>
            <a:off x="937125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02" name="Google Shape;102;p57"/>
          <p:cNvSpPr txBox="1"/>
          <p:nvPr>
            <p:ph idx="9" type="subTitle"/>
          </p:nvPr>
        </p:nvSpPr>
        <p:spPr>
          <a:xfrm>
            <a:off x="3413996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" name="Google Shape;103;p57"/>
          <p:cNvSpPr txBox="1"/>
          <p:nvPr>
            <p:ph idx="13" type="title"/>
          </p:nvPr>
        </p:nvSpPr>
        <p:spPr>
          <a:xfrm>
            <a:off x="3627000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04" name="Google Shape;104;p57"/>
          <p:cNvSpPr txBox="1"/>
          <p:nvPr>
            <p:ph idx="14" type="subTitle"/>
          </p:nvPr>
        </p:nvSpPr>
        <p:spPr>
          <a:xfrm>
            <a:off x="6103866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5" name="Google Shape;105;p57"/>
          <p:cNvSpPr txBox="1"/>
          <p:nvPr>
            <p:ph idx="15" type="title"/>
          </p:nvPr>
        </p:nvSpPr>
        <p:spPr>
          <a:xfrm>
            <a:off x="6316850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8"/>
          <p:cNvSpPr/>
          <p:nvPr/>
        </p:nvSpPr>
        <p:spPr>
          <a:xfrm>
            <a:off x="51150" y="151075"/>
            <a:ext cx="9041678" cy="4841411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9"/>
          <p:cNvSpPr/>
          <p:nvPr/>
        </p:nvSpPr>
        <p:spPr>
          <a:xfrm rot="4849900">
            <a:off x="2823308" y="-577668"/>
            <a:ext cx="4425355" cy="6941137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60"/>
          <p:cNvSpPr/>
          <p:nvPr/>
        </p:nvSpPr>
        <p:spPr>
          <a:xfrm>
            <a:off x="0" y="4056150"/>
            <a:ext cx="9144014" cy="1087349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1"/>
          <p:cNvSpPr/>
          <p:nvPr/>
        </p:nvSpPr>
        <p:spPr>
          <a:xfrm rot="10800000">
            <a:off x="15" y="2303481"/>
            <a:ext cx="9185310" cy="2840020"/>
          </a:xfrm>
          <a:custGeom>
            <a:rect b="b" l="l" r="r" t="t"/>
            <a:pathLst>
              <a:path extrusionOk="0" h="4473" w="12333">
                <a:moveTo>
                  <a:pt x="17" y="0"/>
                </a:moveTo>
                <a:lnTo>
                  <a:pt x="33" y="4041"/>
                </a:lnTo>
                <a:cubicBezTo>
                  <a:pt x="0" y="4090"/>
                  <a:pt x="602" y="4280"/>
                  <a:pt x="652" y="4297"/>
                </a:cubicBezTo>
                <a:cubicBezTo>
                  <a:pt x="775" y="4335"/>
                  <a:pt x="897" y="4355"/>
                  <a:pt x="1019" y="4355"/>
                </a:cubicBezTo>
                <a:cubicBezTo>
                  <a:pt x="1221" y="4355"/>
                  <a:pt x="1420" y="4301"/>
                  <a:pt x="1612" y="4193"/>
                </a:cubicBezTo>
                <a:cubicBezTo>
                  <a:pt x="2198" y="3868"/>
                  <a:pt x="2577" y="3282"/>
                  <a:pt x="3159" y="2940"/>
                </a:cubicBezTo>
                <a:cubicBezTo>
                  <a:pt x="3576" y="2709"/>
                  <a:pt x="4037" y="2592"/>
                  <a:pt x="4498" y="2592"/>
                </a:cubicBezTo>
                <a:cubicBezTo>
                  <a:pt x="4893" y="2592"/>
                  <a:pt x="5287" y="2678"/>
                  <a:pt x="5653" y="2854"/>
                </a:cubicBezTo>
                <a:cubicBezTo>
                  <a:pt x="6131" y="3093"/>
                  <a:pt x="6494" y="3455"/>
                  <a:pt x="6906" y="3781"/>
                </a:cubicBezTo>
                <a:cubicBezTo>
                  <a:pt x="7302" y="4107"/>
                  <a:pt x="7817" y="4433"/>
                  <a:pt x="8333" y="4470"/>
                </a:cubicBezTo>
                <a:cubicBezTo>
                  <a:pt x="8363" y="4472"/>
                  <a:pt x="8393" y="4472"/>
                  <a:pt x="8423" y="4472"/>
                </a:cubicBezTo>
                <a:cubicBezTo>
                  <a:pt x="9185" y="4472"/>
                  <a:pt x="9795" y="3880"/>
                  <a:pt x="10291" y="3352"/>
                </a:cubicBezTo>
                <a:cubicBezTo>
                  <a:pt x="10786" y="2783"/>
                  <a:pt x="11252" y="2186"/>
                  <a:pt x="11648" y="1547"/>
                </a:cubicBezTo>
                <a:cubicBezTo>
                  <a:pt x="11837" y="1221"/>
                  <a:pt x="12006" y="879"/>
                  <a:pt x="12147" y="536"/>
                </a:cubicBezTo>
                <a:cubicBezTo>
                  <a:pt x="12212" y="380"/>
                  <a:pt x="12332" y="0"/>
                  <a:pt x="123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5_2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2"/>
          <p:cNvSpPr/>
          <p:nvPr/>
        </p:nvSpPr>
        <p:spPr>
          <a:xfrm>
            <a:off x="166900" y="135925"/>
            <a:ext cx="8977099" cy="487812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3"/>
          <p:cNvSpPr/>
          <p:nvPr/>
        </p:nvSpPr>
        <p:spPr>
          <a:xfrm>
            <a:off x="3409400" y="203750"/>
            <a:ext cx="5449643" cy="4736002"/>
          </a:xfrm>
          <a:custGeom>
            <a:rect b="b" l="l" r="r" t="t"/>
            <a:pathLst>
              <a:path extrusionOk="0" h="22650" w="26063">
                <a:moveTo>
                  <a:pt x="13375" y="1"/>
                </a:moveTo>
                <a:cubicBezTo>
                  <a:pt x="3971" y="1"/>
                  <a:pt x="468" y="3399"/>
                  <a:pt x="204" y="11317"/>
                </a:cubicBezTo>
                <a:cubicBezTo>
                  <a:pt x="0" y="17542"/>
                  <a:pt x="841" y="22650"/>
                  <a:pt x="13188" y="22650"/>
                </a:cubicBezTo>
                <a:cubicBezTo>
                  <a:pt x="13250" y="22650"/>
                  <a:pt x="13312" y="22650"/>
                  <a:pt x="13375" y="22650"/>
                </a:cubicBezTo>
                <a:cubicBezTo>
                  <a:pt x="22777" y="22598"/>
                  <a:pt x="25910" y="18895"/>
                  <a:pt x="25999" y="11317"/>
                </a:cubicBezTo>
                <a:cubicBezTo>
                  <a:pt x="26063" y="5062"/>
                  <a:pt x="24768" y="1"/>
                  <a:pt x="1337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3"/>
          <p:cNvSpPr txBox="1"/>
          <p:nvPr>
            <p:ph type="title"/>
          </p:nvPr>
        </p:nvSpPr>
        <p:spPr>
          <a:xfrm>
            <a:off x="3910425" y="739225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4" name="Google Shape;124;p63"/>
          <p:cNvSpPr txBox="1"/>
          <p:nvPr>
            <p:ph idx="1" type="subTitle"/>
          </p:nvPr>
        </p:nvSpPr>
        <p:spPr>
          <a:xfrm>
            <a:off x="3910386" y="1531513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25" name="Google Shape;125;p63"/>
          <p:cNvSpPr txBox="1"/>
          <p:nvPr>
            <p:ph idx="2" type="title"/>
          </p:nvPr>
        </p:nvSpPr>
        <p:spPr>
          <a:xfrm>
            <a:off x="3910500" y="2005175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6" name="Google Shape;126;p63"/>
          <p:cNvSpPr txBox="1"/>
          <p:nvPr>
            <p:ph idx="3" type="subTitle"/>
          </p:nvPr>
        </p:nvSpPr>
        <p:spPr>
          <a:xfrm>
            <a:off x="3910362" y="2797525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127" name="Google Shape;127;p63"/>
          <p:cNvSpPr txBox="1"/>
          <p:nvPr>
            <p:ph idx="4" type="title"/>
          </p:nvPr>
        </p:nvSpPr>
        <p:spPr>
          <a:xfrm>
            <a:off x="3910500" y="3271187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28" name="Google Shape;128;p63"/>
          <p:cNvSpPr txBox="1"/>
          <p:nvPr>
            <p:ph idx="5" type="subTitle"/>
          </p:nvPr>
        </p:nvSpPr>
        <p:spPr>
          <a:xfrm>
            <a:off x="3910386" y="4063537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4"/>
          <p:cNvSpPr/>
          <p:nvPr/>
        </p:nvSpPr>
        <p:spPr>
          <a:xfrm>
            <a:off x="7040425" y="2348287"/>
            <a:ext cx="3432576" cy="3786002"/>
          </a:xfrm>
          <a:custGeom>
            <a:rect b="b" l="l" r="r" t="t"/>
            <a:pathLst>
              <a:path extrusionOk="0" h="3053" w="2768">
                <a:moveTo>
                  <a:pt x="1235" y="0"/>
                </a:moveTo>
                <a:cubicBezTo>
                  <a:pt x="1095" y="0"/>
                  <a:pt x="976" y="120"/>
                  <a:pt x="896" y="440"/>
                </a:cubicBezTo>
                <a:cubicBezTo>
                  <a:pt x="689" y="1265"/>
                  <a:pt x="1" y="1710"/>
                  <a:pt x="343" y="2432"/>
                </a:cubicBezTo>
                <a:cubicBezTo>
                  <a:pt x="568" y="2881"/>
                  <a:pt x="861" y="3053"/>
                  <a:pt x="1170" y="3053"/>
                </a:cubicBezTo>
                <a:cubicBezTo>
                  <a:pt x="1571" y="3053"/>
                  <a:pt x="1999" y="2764"/>
                  <a:pt x="2339" y="2415"/>
                </a:cubicBezTo>
                <a:cubicBezTo>
                  <a:pt x="2545" y="2209"/>
                  <a:pt x="2751" y="1916"/>
                  <a:pt x="2751" y="1607"/>
                </a:cubicBezTo>
                <a:cubicBezTo>
                  <a:pt x="2767" y="1298"/>
                  <a:pt x="2491" y="1059"/>
                  <a:pt x="2268" y="853"/>
                </a:cubicBezTo>
                <a:cubicBezTo>
                  <a:pt x="1939" y="559"/>
                  <a:pt x="1537" y="0"/>
                  <a:pt x="12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4"/>
          <p:cNvSpPr/>
          <p:nvPr/>
        </p:nvSpPr>
        <p:spPr>
          <a:xfrm rot="5400000">
            <a:off x="-1053656" y="971259"/>
            <a:ext cx="4389629" cy="2367597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3" name="Google Shape;133;p64"/>
          <p:cNvSpPr txBox="1"/>
          <p:nvPr>
            <p:ph idx="1" type="subTitle"/>
          </p:nvPr>
        </p:nvSpPr>
        <p:spPr>
          <a:xfrm>
            <a:off x="1884850" y="210511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4" name="Google Shape;134;p64"/>
          <p:cNvSpPr txBox="1"/>
          <p:nvPr>
            <p:ph idx="2" type="title"/>
          </p:nvPr>
        </p:nvSpPr>
        <p:spPr>
          <a:xfrm>
            <a:off x="1764900" y="1669823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35" name="Google Shape;135;p64"/>
          <p:cNvSpPr txBox="1"/>
          <p:nvPr>
            <p:ph idx="3" type="subTitle"/>
          </p:nvPr>
        </p:nvSpPr>
        <p:spPr>
          <a:xfrm>
            <a:off x="4943446" y="210511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642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6" name="Google Shape;136;p64"/>
          <p:cNvSpPr txBox="1"/>
          <p:nvPr>
            <p:ph idx="4" type="title"/>
          </p:nvPr>
        </p:nvSpPr>
        <p:spPr>
          <a:xfrm>
            <a:off x="4823500" y="1669823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37" name="Google Shape;137;p64"/>
          <p:cNvSpPr txBox="1"/>
          <p:nvPr>
            <p:ph idx="5" type="subTitle"/>
          </p:nvPr>
        </p:nvSpPr>
        <p:spPr>
          <a:xfrm>
            <a:off x="1884749" y="361455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8" name="Google Shape;138;p64"/>
          <p:cNvSpPr txBox="1"/>
          <p:nvPr>
            <p:ph idx="6" type="title"/>
          </p:nvPr>
        </p:nvSpPr>
        <p:spPr>
          <a:xfrm>
            <a:off x="1764800" y="3179249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39" name="Google Shape;139;p64"/>
          <p:cNvSpPr txBox="1"/>
          <p:nvPr>
            <p:ph idx="7" type="subTitle"/>
          </p:nvPr>
        </p:nvSpPr>
        <p:spPr>
          <a:xfrm>
            <a:off x="4943447" y="361455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357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64"/>
          <p:cNvSpPr txBox="1"/>
          <p:nvPr>
            <p:ph idx="8" type="title"/>
          </p:nvPr>
        </p:nvSpPr>
        <p:spPr>
          <a:xfrm>
            <a:off x="4823500" y="3179249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5"/>
          <p:cNvSpPr/>
          <p:nvPr/>
        </p:nvSpPr>
        <p:spPr>
          <a:xfrm>
            <a:off x="0" y="3040325"/>
            <a:ext cx="9144014" cy="210318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5"/>
          <p:cNvSpPr txBox="1"/>
          <p:nvPr>
            <p:ph type="title"/>
          </p:nvPr>
        </p:nvSpPr>
        <p:spPr>
          <a:xfrm>
            <a:off x="3214775" y="1163875"/>
            <a:ext cx="2714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4" name="Google Shape;144;p65"/>
          <p:cNvSpPr txBox="1"/>
          <p:nvPr>
            <p:ph idx="1" type="subTitle"/>
          </p:nvPr>
        </p:nvSpPr>
        <p:spPr>
          <a:xfrm>
            <a:off x="3214775" y="1811701"/>
            <a:ext cx="27147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9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6"/>
          <p:cNvSpPr/>
          <p:nvPr/>
        </p:nvSpPr>
        <p:spPr>
          <a:xfrm rot="10800000">
            <a:off x="-1047739" y="2647953"/>
            <a:ext cx="11239489" cy="2495547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6"/>
          <p:cNvSpPr txBox="1"/>
          <p:nvPr>
            <p:ph type="title"/>
          </p:nvPr>
        </p:nvSpPr>
        <p:spPr>
          <a:xfrm>
            <a:off x="1946250" y="540000"/>
            <a:ext cx="5251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66"/>
          <p:cNvSpPr txBox="1"/>
          <p:nvPr>
            <p:ph idx="1" type="subTitle"/>
          </p:nvPr>
        </p:nvSpPr>
        <p:spPr>
          <a:xfrm>
            <a:off x="1946225" y="4156300"/>
            <a:ext cx="5251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7"/>
          <p:cNvSpPr/>
          <p:nvPr/>
        </p:nvSpPr>
        <p:spPr>
          <a:xfrm>
            <a:off x="0" y="3606747"/>
            <a:ext cx="9144014" cy="1536748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2" name="Google Shape;152;p67"/>
          <p:cNvSpPr txBox="1"/>
          <p:nvPr>
            <p:ph idx="1" type="subTitle"/>
          </p:nvPr>
        </p:nvSpPr>
        <p:spPr>
          <a:xfrm>
            <a:off x="2003301" y="3563600"/>
            <a:ext cx="22689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3" name="Google Shape;153;p67"/>
          <p:cNvSpPr txBox="1"/>
          <p:nvPr>
            <p:ph idx="2" type="title"/>
          </p:nvPr>
        </p:nvSpPr>
        <p:spPr>
          <a:xfrm>
            <a:off x="2003300" y="3129150"/>
            <a:ext cx="2268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54" name="Google Shape;154;p67"/>
          <p:cNvSpPr txBox="1"/>
          <p:nvPr>
            <p:ph idx="3" type="subTitle"/>
          </p:nvPr>
        </p:nvSpPr>
        <p:spPr>
          <a:xfrm>
            <a:off x="4871776" y="3563600"/>
            <a:ext cx="22689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5" name="Google Shape;155;p67"/>
          <p:cNvSpPr txBox="1"/>
          <p:nvPr>
            <p:ph idx="4" type="title"/>
          </p:nvPr>
        </p:nvSpPr>
        <p:spPr>
          <a:xfrm>
            <a:off x="4871775" y="3129150"/>
            <a:ext cx="2268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2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8"/>
          <p:cNvSpPr/>
          <p:nvPr/>
        </p:nvSpPr>
        <p:spPr>
          <a:xfrm>
            <a:off x="3622175" y="188450"/>
            <a:ext cx="5091027" cy="4766597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8"/>
          <p:cNvSpPr txBox="1"/>
          <p:nvPr>
            <p:ph idx="1" type="subTitle"/>
          </p:nvPr>
        </p:nvSpPr>
        <p:spPr>
          <a:xfrm>
            <a:off x="1261950" y="2227225"/>
            <a:ext cx="2768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9" name="Google Shape;159;p68"/>
          <p:cNvSpPr txBox="1"/>
          <p:nvPr>
            <p:ph type="title"/>
          </p:nvPr>
        </p:nvSpPr>
        <p:spPr>
          <a:xfrm>
            <a:off x="1261950" y="1793175"/>
            <a:ext cx="2768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60" name="Google Shape;160;p68"/>
          <p:cNvSpPr txBox="1"/>
          <p:nvPr>
            <p:ph idx="2" type="subTitle"/>
          </p:nvPr>
        </p:nvSpPr>
        <p:spPr>
          <a:xfrm>
            <a:off x="5113925" y="2227225"/>
            <a:ext cx="2768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1" name="Google Shape;161;p68"/>
          <p:cNvSpPr txBox="1"/>
          <p:nvPr>
            <p:ph idx="3" type="title"/>
          </p:nvPr>
        </p:nvSpPr>
        <p:spPr>
          <a:xfrm>
            <a:off x="5113925" y="1793175"/>
            <a:ext cx="2768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7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9"/>
          <p:cNvSpPr/>
          <p:nvPr/>
        </p:nvSpPr>
        <p:spPr>
          <a:xfrm>
            <a:off x="0" y="3825699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69"/>
          <p:cNvSpPr txBox="1"/>
          <p:nvPr>
            <p:ph idx="1" type="subTitle"/>
          </p:nvPr>
        </p:nvSpPr>
        <p:spPr>
          <a:xfrm>
            <a:off x="1362563" y="362555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6" name="Google Shape;166;p69"/>
          <p:cNvSpPr txBox="1"/>
          <p:nvPr>
            <p:ph idx="2" type="title"/>
          </p:nvPr>
        </p:nvSpPr>
        <p:spPr>
          <a:xfrm>
            <a:off x="1362563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67" name="Google Shape;167;p69"/>
          <p:cNvSpPr txBox="1"/>
          <p:nvPr>
            <p:ph idx="3" type="subTitle"/>
          </p:nvPr>
        </p:nvSpPr>
        <p:spPr>
          <a:xfrm>
            <a:off x="5943926" y="362555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8" name="Google Shape;168;p69"/>
          <p:cNvSpPr txBox="1"/>
          <p:nvPr>
            <p:ph idx="4" type="title"/>
          </p:nvPr>
        </p:nvSpPr>
        <p:spPr>
          <a:xfrm>
            <a:off x="5943926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69" name="Google Shape;169;p69"/>
          <p:cNvSpPr txBox="1"/>
          <p:nvPr>
            <p:ph idx="5" type="subTitle"/>
          </p:nvPr>
        </p:nvSpPr>
        <p:spPr>
          <a:xfrm>
            <a:off x="3642138" y="36255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0" name="Google Shape;170;p69"/>
          <p:cNvSpPr txBox="1"/>
          <p:nvPr>
            <p:ph idx="6" type="title"/>
          </p:nvPr>
        </p:nvSpPr>
        <p:spPr>
          <a:xfrm>
            <a:off x="3642138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7_1_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0"/>
          <p:cNvSpPr/>
          <p:nvPr/>
        </p:nvSpPr>
        <p:spPr>
          <a:xfrm rot="10800000">
            <a:off x="-318891" y="4134829"/>
            <a:ext cx="9783216" cy="1058721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0"/>
          <p:cNvSpPr/>
          <p:nvPr/>
        </p:nvSpPr>
        <p:spPr>
          <a:xfrm rot="10800000">
            <a:off x="5894650" y="-6012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" name="Google Shape;175;p70"/>
          <p:cNvSpPr txBox="1"/>
          <p:nvPr>
            <p:ph idx="1" type="subTitle"/>
          </p:nvPr>
        </p:nvSpPr>
        <p:spPr>
          <a:xfrm>
            <a:off x="1002276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70"/>
          <p:cNvSpPr txBox="1"/>
          <p:nvPr>
            <p:ph idx="2" type="title"/>
          </p:nvPr>
        </p:nvSpPr>
        <p:spPr>
          <a:xfrm>
            <a:off x="1002275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77" name="Google Shape;177;p70"/>
          <p:cNvSpPr txBox="1"/>
          <p:nvPr>
            <p:ph idx="3" type="subTitle"/>
          </p:nvPr>
        </p:nvSpPr>
        <p:spPr>
          <a:xfrm>
            <a:off x="6314181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8" name="Google Shape;178;p70"/>
          <p:cNvSpPr txBox="1"/>
          <p:nvPr>
            <p:ph idx="4" type="title"/>
          </p:nvPr>
        </p:nvSpPr>
        <p:spPr>
          <a:xfrm>
            <a:off x="6314175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79" name="Google Shape;179;p70"/>
          <p:cNvSpPr txBox="1"/>
          <p:nvPr>
            <p:ph idx="5" type="subTitle"/>
          </p:nvPr>
        </p:nvSpPr>
        <p:spPr>
          <a:xfrm>
            <a:off x="3658224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0" name="Google Shape;180;p70"/>
          <p:cNvSpPr txBox="1"/>
          <p:nvPr>
            <p:ph idx="6" type="title"/>
          </p:nvPr>
        </p:nvSpPr>
        <p:spPr>
          <a:xfrm>
            <a:off x="3658220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7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1"/>
          <p:cNvSpPr/>
          <p:nvPr/>
        </p:nvSpPr>
        <p:spPr>
          <a:xfrm>
            <a:off x="-50075" y="340887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1"/>
          <p:cNvSpPr/>
          <p:nvPr/>
        </p:nvSpPr>
        <p:spPr>
          <a:xfrm rot="10800000">
            <a:off x="5894650" y="-6012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71"/>
          <p:cNvSpPr txBox="1"/>
          <p:nvPr>
            <p:ph idx="1" type="subTitle"/>
          </p:nvPr>
        </p:nvSpPr>
        <p:spPr>
          <a:xfrm>
            <a:off x="2247856" y="1720350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6" name="Google Shape;186;p71"/>
          <p:cNvSpPr txBox="1"/>
          <p:nvPr>
            <p:ph idx="2" type="title"/>
          </p:nvPr>
        </p:nvSpPr>
        <p:spPr>
          <a:xfrm>
            <a:off x="2007300" y="1292813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87" name="Google Shape;187;p71"/>
          <p:cNvSpPr txBox="1"/>
          <p:nvPr>
            <p:ph idx="3" type="subTitle"/>
          </p:nvPr>
        </p:nvSpPr>
        <p:spPr>
          <a:xfrm>
            <a:off x="2247869" y="3953023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8" name="Google Shape;188;p71"/>
          <p:cNvSpPr txBox="1"/>
          <p:nvPr>
            <p:ph idx="4" type="title"/>
          </p:nvPr>
        </p:nvSpPr>
        <p:spPr>
          <a:xfrm>
            <a:off x="2007300" y="3525496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189" name="Google Shape;189;p71"/>
          <p:cNvSpPr txBox="1"/>
          <p:nvPr>
            <p:ph idx="5" type="subTitle"/>
          </p:nvPr>
        </p:nvSpPr>
        <p:spPr>
          <a:xfrm>
            <a:off x="2247850" y="2869499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" name="Google Shape;190;p71"/>
          <p:cNvSpPr txBox="1"/>
          <p:nvPr>
            <p:ph idx="6" type="title"/>
          </p:nvPr>
        </p:nvSpPr>
        <p:spPr>
          <a:xfrm>
            <a:off x="2007300" y="2441967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2"/>
          <p:cNvSpPr/>
          <p:nvPr/>
        </p:nvSpPr>
        <p:spPr>
          <a:xfrm>
            <a:off x="0" y="0"/>
            <a:ext cx="4906115" cy="5143495"/>
          </a:xfrm>
          <a:custGeom>
            <a:rect b="b" l="l" r="r" t="t"/>
            <a:pathLst>
              <a:path extrusionOk="0" h="9896" w="12902">
                <a:moveTo>
                  <a:pt x="1" y="1"/>
                </a:moveTo>
                <a:lnTo>
                  <a:pt x="1" y="9895"/>
                </a:lnTo>
                <a:lnTo>
                  <a:pt x="12885" y="9895"/>
                </a:lnTo>
                <a:cubicBezTo>
                  <a:pt x="12901" y="9500"/>
                  <a:pt x="12852" y="9120"/>
                  <a:pt x="12678" y="8762"/>
                </a:cubicBezTo>
                <a:cubicBezTo>
                  <a:pt x="12472" y="8366"/>
                  <a:pt x="12114" y="8073"/>
                  <a:pt x="11821" y="7747"/>
                </a:cubicBezTo>
                <a:cubicBezTo>
                  <a:pt x="10687" y="6527"/>
                  <a:pt x="10155" y="4878"/>
                  <a:pt x="9656" y="3282"/>
                </a:cubicBezTo>
                <a:cubicBezTo>
                  <a:pt x="9310" y="2198"/>
                  <a:pt x="8968" y="1101"/>
                  <a:pt x="86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2"/>
          <p:cNvSpPr txBox="1"/>
          <p:nvPr>
            <p:ph idx="1" type="subTitle"/>
          </p:nvPr>
        </p:nvSpPr>
        <p:spPr>
          <a:xfrm>
            <a:off x="4565650" y="1722575"/>
            <a:ext cx="3852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4" name="Google Shape;194;p72"/>
          <p:cNvSpPr txBox="1"/>
          <p:nvPr>
            <p:ph type="ctrTitle"/>
          </p:nvPr>
        </p:nvSpPr>
        <p:spPr>
          <a:xfrm flipH="1">
            <a:off x="4572000" y="887075"/>
            <a:ext cx="38520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5" name="Google Shape;195;p72"/>
          <p:cNvSpPr txBox="1"/>
          <p:nvPr/>
        </p:nvSpPr>
        <p:spPr>
          <a:xfrm>
            <a:off x="4940088" y="3779450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including icons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3"/>
          <p:cNvSpPr/>
          <p:nvPr/>
        </p:nvSpPr>
        <p:spPr>
          <a:xfrm>
            <a:off x="0" y="3825699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3"/>
          <p:cNvSpPr/>
          <p:nvPr/>
        </p:nvSpPr>
        <p:spPr>
          <a:xfrm flipH="1" rot="10800000">
            <a:off x="0" y="-1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4"/>
          <p:cNvSpPr/>
          <p:nvPr/>
        </p:nvSpPr>
        <p:spPr>
          <a:xfrm rot="-5400000">
            <a:off x="-2360885" y="2096129"/>
            <a:ext cx="6272886" cy="1551096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4"/>
          <p:cNvSpPr/>
          <p:nvPr/>
        </p:nvSpPr>
        <p:spPr>
          <a:xfrm rot="5400000">
            <a:off x="5232015" y="2096129"/>
            <a:ext cx="6272886" cy="1551096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_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5"/>
          <p:cNvSpPr/>
          <p:nvPr/>
        </p:nvSpPr>
        <p:spPr>
          <a:xfrm rot="-4499998">
            <a:off x="6327051" y="3814403"/>
            <a:ext cx="5091025" cy="4766595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5"/>
          <p:cNvSpPr/>
          <p:nvPr/>
        </p:nvSpPr>
        <p:spPr>
          <a:xfrm rot="-9899998">
            <a:off x="-2398947" y="-2164598"/>
            <a:ext cx="5091025" cy="4766595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/>
          <p:nvPr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ECE7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/>
          <p:nvPr>
            <p:ph idx="2" type="pic"/>
          </p:nvPr>
        </p:nvSpPr>
        <p:spPr>
          <a:xfrm>
            <a:off x="866775" y="1200150"/>
            <a:ext cx="2152650" cy="28003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>
            <p:ph idx="2" type="pic"/>
          </p:nvPr>
        </p:nvSpPr>
        <p:spPr>
          <a:xfrm>
            <a:off x="1057275" y="3409950"/>
            <a:ext cx="1057275" cy="1057275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28"/>
          <p:cNvSpPr/>
          <p:nvPr>
            <p:ph idx="3" type="pic"/>
          </p:nvPr>
        </p:nvSpPr>
        <p:spPr>
          <a:xfrm>
            <a:off x="2200275" y="3409950"/>
            <a:ext cx="1057275" cy="1057275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8"/>
          <p:cNvSpPr/>
          <p:nvPr>
            <p:ph idx="4" type="pic"/>
          </p:nvPr>
        </p:nvSpPr>
        <p:spPr>
          <a:xfrm>
            <a:off x="3343275" y="3409950"/>
            <a:ext cx="1057275" cy="1057275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28"/>
          <p:cNvSpPr/>
          <p:nvPr/>
        </p:nvSpPr>
        <p:spPr>
          <a:xfrm>
            <a:off x="5114925" y="962025"/>
            <a:ext cx="3476625" cy="4181475"/>
          </a:xfrm>
          <a:prstGeom prst="rect">
            <a:avLst/>
          </a:prstGeom>
          <a:solidFill>
            <a:srgbClr val="F4F4E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ECE7E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>
            <p:ph idx="2" type="pic"/>
          </p:nvPr>
        </p:nvSpPr>
        <p:spPr>
          <a:xfrm>
            <a:off x="5257800" y="852488"/>
            <a:ext cx="2581275" cy="34385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/>
          <p:nvPr/>
        </p:nvSpPr>
        <p:spPr>
          <a:xfrm>
            <a:off x="0" y="1552575"/>
            <a:ext cx="9144000" cy="3590925"/>
          </a:xfrm>
          <a:prstGeom prst="rect">
            <a:avLst/>
          </a:prstGeom>
          <a:solidFill>
            <a:srgbClr val="D8CEC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/>
          <p:nvPr>
            <p:ph idx="2" type="pic"/>
          </p:nvPr>
        </p:nvSpPr>
        <p:spPr>
          <a:xfrm>
            <a:off x="6886575" y="1552575"/>
            <a:ext cx="2257425" cy="3095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/>
          <p:nvPr>
            <p:ph idx="2" type="pic"/>
          </p:nvPr>
        </p:nvSpPr>
        <p:spPr>
          <a:xfrm>
            <a:off x="0" y="0"/>
            <a:ext cx="9144000" cy="25717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0" y="3505200"/>
            <a:ext cx="4143375" cy="1638300"/>
          </a:xfrm>
          <a:prstGeom prst="rect">
            <a:avLst/>
          </a:prstGeom>
          <a:solidFill>
            <a:srgbClr val="ECE7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"/>
          <p:cNvSpPr/>
          <p:nvPr>
            <p:ph idx="2" type="pic"/>
          </p:nvPr>
        </p:nvSpPr>
        <p:spPr>
          <a:xfrm>
            <a:off x="0" y="2209800"/>
            <a:ext cx="2105025" cy="293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/>
          <p:nvPr>
            <p:ph idx="2" type="pic"/>
          </p:nvPr>
        </p:nvSpPr>
        <p:spPr>
          <a:xfrm>
            <a:off x="0" y="0"/>
            <a:ext cx="6715125" cy="37623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/>
          <p:nvPr>
            <p:ph idx="2" type="pic"/>
          </p:nvPr>
        </p:nvSpPr>
        <p:spPr>
          <a:xfrm>
            <a:off x="4324350" y="781050"/>
            <a:ext cx="2276475" cy="43624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7" name="Google Shape;237;p4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4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0" name="Google Shape;240;p4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41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4" name="Google Shape;244;p4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6" name="Google Shape;246;p4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7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/>
          <p:nvPr/>
        </p:nvSpPr>
        <p:spPr>
          <a:xfrm rot="10800000">
            <a:off x="-318891" y="4134829"/>
            <a:ext cx="9783216" cy="1058721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5"/>
          <p:cNvSpPr/>
          <p:nvPr/>
        </p:nvSpPr>
        <p:spPr>
          <a:xfrm rot="10800000">
            <a:off x="5894650" y="-6012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4" name="Google Shape;254;p35"/>
          <p:cNvSpPr txBox="1"/>
          <p:nvPr>
            <p:ph idx="1" type="subTitle"/>
          </p:nvPr>
        </p:nvSpPr>
        <p:spPr>
          <a:xfrm>
            <a:off x="1002276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5" name="Google Shape;255;p35"/>
          <p:cNvSpPr txBox="1"/>
          <p:nvPr>
            <p:ph idx="2" type="title"/>
          </p:nvPr>
        </p:nvSpPr>
        <p:spPr>
          <a:xfrm>
            <a:off x="1002275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56" name="Google Shape;256;p35"/>
          <p:cNvSpPr txBox="1"/>
          <p:nvPr>
            <p:ph idx="3" type="subTitle"/>
          </p:nvPr>
        </p:nvSpPr>
        <p:spPr>
          <a:xfrm>
            <a:off x="6314181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7" name="Google Shape;257;p35"/>
          <p:cNvSpPr txBox="1"/>
          <p:nvPr>
            <p:ph idx="4" type="title"/>
          </p:nvPr>
        </p:nvSpPr>
        <p:spPr>
          <a:xfrm>
            <a:off x="6314175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58" name="Google Shape;258;p35"/>
          <p:cNvSpPr txBox="1"/>
          <p:nvPr>
            <p:ph idx="5" type="subTitle"/>
          </p:nvPr>
        </p:nvSpPr>
        <p:spPr>
          <a:xfrm>
            <a:off x="3658224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9" name="Google Shape;259;p35"/>
          <p:cNvSpPr txBox="1"/>
          <p:nvPr>
            <p:ph idx="6" type="title"/>
          </p:nvPr>
        </p:nvSpPr>
        <p:spPr>
          <a:xfrm>
            <a:off x="3658220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6"/>
          <p:cNvSpPr txBox="1"/>
          <p:nvPr>
            <p:ph type="ctrTitle"/>
          </p:nvPr>
        </p:nvSpPr>
        <p:spPr>
          <a:xfrm>
            <a:off x="4373150" y="1041800"/>
            <a:ext cx="4050900" cy="28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2" name="Google Shape;262;p76"/>
          <p:cNvSpPr txBox="1"/>
          <p:nvPr>
            <p:ph idx="1" type="subTitle"/>
          </p:nvPr>
        </p:nvSpPr>
        <p:spPr>
          <a:xfrm>
            <a:off x="4373150" y="3746350"/>
            <a:ext cx="40509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3" name="Google Shape;263;p76"/>
          <p:cNvSpPr/>
          <p:nvPr/>
        </p:nvSpPr>
        <p:spPr>
          <a:xfrm rot="1178282">
            <a:off x="-692430" y="498283"/>
            <a:ext cx="5024607" cy="4505639"/>
          </a:xfrm>
          <a:custGeom>
            <a:rect b="b" l="l" r="r" t="t"/>
            <a:pathLst>
              <a:path extrusionOk="0" h="14192" w="20786">
                <a:moveTo>
                  <a:pt x="9769" y="1"/>
                </a:moveTo>
                <a:cubicBezTo>
                  <a:pt x="8018" y="1"/>
                  <a:pt x="6151" y="221"/>
                  <a:pt x="4355" y="576"/>
                </a:cubicBezTo>
                <a:cubicBezTo>
                  <a:pt x="0" y="1441"/>
                  <a:pt x="7629" y="12658"/>
                  <a:pt x="9088" y="13660"/>
                </a:cubicBezTo>
                <a:cubicBezTo>
                  <a:pt x="9605" y="14012"/>
                  <a:pt x="10182" y="14192"/>
                  <a:pt x="10841" y="14192"/>
                </a:cubicBezTo>
                <a:cubicBezTo>
                  <a:pt x="12364" y="14192"/>
                  <a:pt x="14322" y="13230"/>
                  <a:pt x="16979" y="11211"/>
                </a:cubicBezTo>
                <a:cubicBezTo>
                  <a:pt x="20786" y="8318"/>
                  <a:pt x="18846" y="3774"/>
                  <a:pt x="15989" y="1578"/>
                </a:cubicBezTo>
                <a:cubicBezTo>
                  <a:pt x="14514" y="446"/>
                  <a:pt x="12259" y="1"/>
                  <a:pt x="97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7"/>
          <p:cNvSpPr/>
          <p:nvPr/>
        </p:nvSpPr>
        <p:spPr>
          <a:xfrm rot="-9900000">
            <a:off x="-2114793" y="-1643107"/>
            <a:ext cx="4536639" cy="4247538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7"/>
          <p:cNvSpPr/>
          <p:nvPr/>
        </p:nvSpPr>
        <p:spPr>
          <a:xfrm flipH="1" rot="-802868">
            <a:off x="2973426" y="2845354"/>
            <a:ext cx="6566370" cy="3437892"/>
          </a:xfrm>
          <a:custGeom>
            <a:rect b="b" l="l" r="r" t="t"/>
            <a:pathLst>
              <a:path extrusionOk="0" h="1998" w="2442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7"/>
          <p:cNvSpPr txBox="1"/>
          <p:nvPr>
            <p:ph type="title"/>
          </p:nvPr>
        </p:nvSpPr>
        <p:spPr>
          <a:xfrm>
            <a:off x="720000" y="2371500"/>
            <a:ext cx="4066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8" name="Google Shape;268;p77"/>
          <p:cNvSpPr txBox="1"/>
          <p:nvPr>
            <p:ph idx="1" type="body"/>
          </p:nvPr>
        </p:nvSpPr>
        <p:spPr>
          <a:xfrm>
            <a:off x="720000" y="2878650"/>
            <a:ext cx="4066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9" name="Google Shape;269;p77"/>
          <p:cNvSpPr txBox="1"/>
          <p:nvPr>
            <p:ph idx="2" type="title"/>
          </p:nvPr>
        </p:nvSpPr>
        <p:spPr>
          <a:xfrm>
            <a:off x="2254350" y="1580400"/>
            <a:ext cx="9981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8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78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ivvic"/>
              <a:buAutoNum type="arabicPeriod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9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7" name="Google Shape;277;p79"/>
          <p:cNvSpPr txBox="1"/>
          <p:nvPr>
            <p:ph idx="1" type="subTitle"/>
          </p:nvPr>
        </p:nvSpPr>
        <p:spPr>
          <a:xfrm>
            <a:off x="1575602" y="3371700"/>
            <a:ext cx="2555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8" name="Google Shape;278;p79"/>
          <p:cNvSpPr txBox="1"/>
          <p:nvPr>
            <p:ph idx="2" type="title"/>
          </p:nvPr>
        </p:nvSpPr>
        <p:spPr>
          <a:xfrm>
            <a:off x="1575600" y="2940050"/>
            <a:ext cx="2555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279" name="Google Shape;279;p79"/>
          <p:cNvSpPr txBox="1"/>
          <p:nvPr>
            <p:ph idx="3" type="subTitle"/>
          </p:nvPr>
        </p:nvSpPr>
        <p:spPr>
          <a:xfrm>
            <a:off x="5012702" y="3371700"/>
            <a:ext cx="2555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0" name="Google Shape;280;p79"/>
          <p:cNvSpPr txBox="1"/>
          <p:nvPr>
            <p:ph idx="4" type="title"/>
          </p:nvPr>
        </p:nvSpPr>
        <p:spPr>
          <a:xfrm>
            <a:off x="5012700" y="2940050"/>
            <a:ext cx="2555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0"/>
          <p:cNvSpPr/>
          <p:nvPr/>
        </p:nvSpPr>
        <p:spPr>
          <a:xfrm>
            <a:off x="25" y="166600"/>
            <a:ext cx="9067615" cy="4782658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0"/>
          <p:cNvSpPr/>
          <p:nvPr/>
        </p:nvSpPr>
        <p:spPr>
          <a:xfrm flipH="1">
            <a:off x="21" y="107725"/>
            <a:ext cx="9144004" cy="489188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1"/>
          <p:cNvSpPr/>
          <p:nvPr/>
        </p:nvSpPr>
        <p:spPr>
          <a:xfrm rot="-5400000">
            <a:off x="5643118" y="1639338"/>
            <a:ext cx="5140218" cy="186155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1"/>
          <p:cNvSpPr/>
          <p:nvPr/>
        </p:nvSpPr>
        <p:spPr>
          <a:xfrm rot="5400000">
            <a:off x="-1639332" y="1639338"/>
            <a:ext cx="5140218" cy="186155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1"/>
          <p:cNvSpPr txBox="1"/>
          <p:nvPr>
            <p:ph type="title"/>
          </p:nvPr>
        </p:nvSpPr>
        <p:spPr>
          <a:xfrm>
            <a:off x="3148500" y="2345200"/>
            <a:ext cx="28470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9" name="Google Shape;289;p81"/>
          <p:cNvSpPr txBox="1"/>
          <p:nvPr>
            <p:ph idx="1" type="subTitle"/>
          </p:nvPr>
        </p:nvSpPr>
        <p:spPr>
          <a:xfrm>
            <a:off x="3148501" y="2857375"/>
            <a:ext cx="2847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2"/>
          <p:cNvSpPr/>
          <p:nvPr/>
        </p:nvSpPr>
        <p:spPr>
          <a:xfrm>
            <a:off x="0" y="4043225"/>
            <a:ext cx="9144014" cy="110027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2"/>
          <p:cNvSpPr txBox="1"/>
          <p:nvPr>
            <p:ph type="title"/>
          </p:nvPr>
        </p:nvSpPr>
        <p:spPr>
          <a:xfrm>
            <a:off x="2390925" y="1062800"/>
            <a:ext cx="43623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3" name="Google Shape;293;p82"/>
          <p:cNvSpPr txBox="1"/>
          <p:nvPr>
            <p:ph idx="1" type="subTitle"/>
          </p:nvPr>
        </p:nvSpPr>
        <p:spPr>
          <a:xfrm>
            <a:off x="2605375" y="3212650"/>
            <a:ext cx="3933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3"/>
          <p:cNvSpPr/>
          <p:nvPr/>
        </p:nvSpPr>
        <p:spPr>
          <a:xfrm flipH="1">
            <a:off x="2438185" y="0"/>
            <a:ext cx="6705815" cy="5143495"/>
          </a:xfrm>
          <a:custGeom>
            <a:rect b="b" l="l" r="r" t="t"/>
            <a:pathLst>
              <a:path extrusionOk="0" h="9896" w="12902">
                <a:moveTo>
                  <a:pt x="1" y="1"/>
                </a:moveTo>
                <a:lnTo>
                  <a:pt x="1" y="9895"/>
                </a:lnTo>
                <a:lnTo>
                  <a:pt x="12885" y="9895"/>
                </a:lnTo>
                <a:cubicBezTo>
                  <a:pt x="12901" y="9500"/>
                  <a:pt x="12852" y="9120"/>
                  <a:pt x="12678" y="8762"/>
                </a:cubicBezTo>
                <a:cubicBezTo>
                  <a:pt x="12472" y="8366"/>
                  <a:pt x="12114" y="8073"/>
                  <a:pt x="11821" y="7747"/>
                </a:cubicBezTo>
                <a:cubicBezTo>
                  <a:pt x="10687" y="6527"/>
                  <a:pt x="10155" y="4878"/>
                  <a:pt x="9656" y="3282"/>
                </a:cubicBezTo>
                <a:cubicBezTo>
                  <a:pt x="9310" y="2198"/>
                  <a:pt x="8968" y="1101"/>
                  <a:pt x="86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3"/>
          <p:cNvSpPr txBox="1"/>
          <p:nvPr>
            <p:ph type="title"/>
          </p:nvPr>
        </p:nvSpPr>
        <p:spPr>
          <a:xfrm>
            <a:off x="4572000" y="1309625"/>
            <a:ext cx="38520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7" name="Google Shape;297;p83"/>
          <p:cNvSpPr txBox="1"/>
          <p:nvPr>
            <p:ph idx="1" type="subTitle"/>
          </p:nvPr>
        </p:nvSpPr>
        <p:spPr>
          <a:xfrm>
            <a:off x="4572000" y="1961600"/>
            <a:ext cx="38520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4"/>
          <p:cNvSpPr/>
          <p:nvPr/>
        </p:nvSpPr>
        <p:spPr>
          <a:xfrm rot="-5400000">
            <a:off x="-114499" y="114505"/>
            <a:ext cx="2146218" cy="1917197"/>
          </a:xfrm>
          <a:custGeom>
            <a:rect b="b" l="l" r="r" t="t"/>
            <a:pathLst>
              <a:path extrusionOk="0" h="5584" w="6251">
                <a:moveTo>
                  <a:pt x="842" y="1"/>
                </a:moveTo>
                <a:cubicBezTo>
                  <a:pt x="549" y="1048"/>
                  <a:pt x="293" y="2099"/>
                  <a:pt x="67" y="3163"/>
                </a:cubicBezTo>
                <a:cubicBezTo>
                  <a:pt x="34" y="3316"/>
                  <a:pt x="1" y="3489"/>
                  <a:pt x="67" y="3625"/>
                </a:cubicBezTo>
                <a:cubicBezTo>
                  <a:pt x="137" y="3831"/>
                  <a:pt x="376" y="3934"/>
                  <a:pt x="603" y="3988"/>
                </a:cubicBezTo>
                <a:cubicBezTo>
                  <a:pt x="1200" y="4161"/>
                  <a:pt x="1872" y="4194"/>
                  <a:pt x="2355" y="4606"/>
                </a:cubicBezTo>
                <a:cubicBezTo>
                  <a:pt x="2627" y="4829"/>
                  <a:pt x="2833" y="5171"/>
                  <a:pt x="3159" y="5344"/>
                </a:cubicBezTo>
                <a:cubicBezTo>
                  <a:pt x="3365" y="5447"/>
                  <a:pt x="3625" y="5447"/>
                  <a:pt x="3847" y="5464"/>
                </a:cubicBezTo>
                <a:cubicBezTo>
                  <a:pt x="4655" y="5501"/>
                  <a:pt x="5447" y="5550"/>
                  <a:pt x="6251" y="5583"/>
                </a:cubicBezTo>
                <a:lnTo>
                  <a:pt x="62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4"/>
          <p:cNvSpPr/>
          <p:nvPr/>
        </p:nvSpPr>
        <p:spPr>
          <a:xfrm>
            <a:off x="4127675" y="2825700"/>
            <a:ext cx="5016319" cy="2364298"/>
          </a:xfrm>
          <a:custGeom>
            <a:rect b="b" l="l" r="r" t="t"/>
            <a:pathLst>
              <a:path extrusionOk="0" h="6604" w="8573">
                <a:moveTo>
                  <a:pt x="5789" y="1"/>
                </a:moveTo>
                <a:cubicBezTo>
                  <a:pt x="3331" y="1"/>
                  <a:pt x="117" y="1067"/>
                  <a:pt x="1" y="6604"/>
                </a:cubicBezTo>
                <a:lnTo>
                  <a:pt x="8572" y="6604"/>
                </a:lnTo>
                <a:lnTo>
                  <a:pt x="8572" y="419"/>
                </a:lnTo>
                <a:cubicBezTo>
                  <a:pt x="8572" y="419"/>
                  <a:pt x="7329" y="1"/>
                  <a:pt x="578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4"/>
          <p:cNvSpPr txBox="1"/>
          <p:nvPr>
            <p:ph type="title"/>
          </p:nvPr>
        </p:nvSpPr>
        <p:spPr>
          <a:xfrm flipH="1">
            <a:off x="4929000" y="3598300"/>
            <a:ext cx="3495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5"/>
          <p:cNvSpPr/>
          <p:nvPr/>
        </p:nvSpPr>
        <p:spPr>
          <a:xfrm>
            <a:off x="166900" y="1101674"/>
            <a:ext cx="8810193" cy="275415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5"/>
          <p:cNvSpPr txBox="1"/>
          <p:nvPr>
            <p:ph hasCustomPrompt="1" type="title"/>
          </p:nvPr>
        </p:nvSpPr>
        <p:spPr>
          <a:xfrm>
            <a:off x="1344250" y="1747950"/>
            <a:ext cx="64554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5" name="Google Shape;305;p85"/>
          <p:cNvSpPr txBox="1"/>
          <p:nvPr>
            <p:ph idx="1" type="body"/>
          </p:nvPr>
        </p:nvSpPr>
        <p:spPr>
          <a:xfrm>
            <a:off x="2340850" y="2908375"/>
            <a:ext cx="44622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7"/>
          <p:cNvSpPr/>
          <p:nvPr/>
        </p:nvSpPr>
        <p:spPr>
          <a:xfrm>
            <a:off x="457825" y="143075"/>
            <a:ext cx="8228089" cy="4857349"/>
          </a:xfrm>
          <a:custGeom>
            <a:rect b="b" l="l" r="r" t="t"/>
            <a:pathLst>
              <a:path extrusionOk="0" h="22650" w="26063">
                <a:moveTo>
                  <a:pt x="13375" y="1"/>
                </a:moveTo>
                <a:cubicBezTo>
                  <a:pt x="3971" y="1"/>
                  <a:pt x="468" y="3399"/>
                  <a:pt x="204" y="11317"/>
                </a:cubicBezTo>
                <a:cubicBezTo>
                  <a:pt x="0" y="17542"/>
                  <a:pt x="841" y="22650"/>
                  <a:pt x="13188" y="22650"/>
                </a:cubicBezTo>
                <a:cubicBezTo>
                  <a:pt x="13250" y="22650"/>
                  <a:pt x="13312" y="22650"/>
                  <a:pt x="13375" y="22650"/>
                </a:cubicBezTo>
                <a:cubicBezTo>
                  <a:pt x="22777" y="22598"/>
                  <a:pt x="25910" y="18895"/>
                  <a:pt x="25999" y="11317"/>
                </a:cubicBezTo>
                <a:cubicBezTo>
                  <a:pt x="26063" y="5062"/>
                  <a:pt x="24768" y="1"/>
                  <a:pt x="1337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7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10" name="Google Shape;310;p87"/>
          <p:cNvSpPr txBox="1"/>
          <p:nvPr>
            <p:ph idx="1" type="subTitle"/>
          </p:nvPr>
        </p:nvSpPr>
        <p:spPr>
          <a:xfrm>
            <a:off x="1520350" y="22671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1" name="Google Shape;311;p87"/>
          <p:cNvSpPr txBox="1"/>
          <p:nvPr>
            <p:ph idx="2" type="title"/>
          </p:nvPr>
        </p:nvSpPr>
        <p:spPr>
          <a:xfrm>
            <a:off x="863213" y="1833700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12" name="Google Shape;312;p87"/>
          <p:cNvSpPr txBox="1"/>
          <p:nvPr>
            <p:ph idx="3" type="title"/>
          </p:nvPr>
        </p:nvSpPr>
        <p:spPr>
          <a:xfrm>
            <a:off x="1520387" y="1309011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3" name="Google Shape;313;p87"/>
          <p:cNvSpPr txBox="1"/>
          <p:nvPr>
            <p:ph idx="4" type="subTitle"/>
          </p:nvPr>
        </p:nvSpPr>
        <p:spPr>
          <a:xfrm>
            <a:off x="5307421" y="2313342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4" name="Google Shape;314;p87"/>
          <p:cNvSpPr txBox="1"/>
          <p:nvPr>
            <p:ph idx="5" type="title"/>
          </p:nvPr>
        </p:nvSpPr>
        <p:spPr>
          <a:xfrm>
            <a:off x="4650237" y="1833700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15" name="Google Shape;315;p87"/>
          <p:cNvSpPr txBox="1"/>
          <p:nvPr>
            <p:ph idx="6" type="title"/>
          </p:nvPr>
        </p:nvSpPr>
        <p:spPr>
          <a:xfrm>
            <a:off x="5307408" y="1308948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6" name="Google Shape;316;p87"/>
          <p:cNvSpPr txBox="1"/>
          <p:nvPr>
            <p:ph idx="7" type="subTitle"/>
          </p:nvPr>
        </p:nvSpPr>
        <p:spPr>
          <a:xfrm>
            <a:off x="1520350" y="39047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7" name="Google Shape;317;p87"/>
          <p:cNvSpPr txBox="1"/>
          <p:nvPr>
            <p:ph idx="8" type="title"/>
          </p:nvPr>
        </p:nvSpPr>
        <p:spPr>
          <a:xfrm>
            <a:off x="863163" y="3471225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18" name="Google Shape;318;p87"/>
          <p:cNvSpPr txBox="1"/>
          <p:nvPr>
            <p:ph idx="9" type="title"/>
          </p:nvPr>
        </p:nvSpPr>
        <p:spPr>
          <a:xfrm>
            <a:off x="1520362" y="294648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9" name="Google Shape;319;p87"/>
          <p:cNvSpPr txBox="1"/>
          <p:nvPr>
            <p:ph idx="13" type="subTitle"/>
          </p:nvPr>
        </p:nvSpPr>
        <p:spPr>
          <a:xfrm>
            <a:off x="5307396" y="39047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0" name="Google Shape;320;p87"/>
          <p:cNvSpPr txBox="1"/>
          <p:nvPr>
            <p:ph idx="14" type="title"/>
          </p:nvPr>
        </p:nvSpPr>
        <p:spPr>
          <a:xfrm>
            <a:off x="4650215" y="3471225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21" name="Google Shape;321;p87"/>
          <p:cNvSpPr txBox="1"/>
          <p:nvPr>
            <p:ph idx="15" type="title"/>
          </p:nvPr>
        </p:nvSpPr>
        <p:spPr>
          <a:xfrm>
            <a:off x="5307408" y="294648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7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8"/>
          <p:cNvSpPr/>
          <p:nvPr/>
        </p:nvSpPr>
        <p:spPr>
          <a:xfrm rot="-5400000">
            <a:off x="2904661" y="-1123119"/>
            <a:ext cx="3362208" cy="9171030"/>
          </a:xfrm>
          <a:custGeom>
            <a:rect b="b" l="l" r="r" t="t"/>
            <a:pathLst>
              <a:path extrusionOk="0" h="17234" w="15099">
                <a:moveTo>
                  <a:pt x="0" y="0"/>
                </a:moveTo>
                <a:lnTo>
                  <a:pt x="0" y="17197"/>
                </a:lnTo>
                <a:lnTo>
                  <a:pt x="13915" y="17234"/>
                </a:lnTo>
                <a:cubicBezTo>
                  <a:pt x="13915" y="17234"/>
                  <a:pt x="14995" y="15688"/>
                  <a:pt x="15049" y="12266"/>
                </a:cubicBezTo>
                <a:cubicBezTo>
                  <a:pt x="15098" y="6564"/>
                  <a:pt x="11816" y="0"/>
                  <a:pt x="118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5" name="Google Shape;325;p88"/>
          <p:cNvSpPr txBox="1"/>
          <p:nvPr>
            <p:ph idx="1" type="subTitle"/>
          </p:nvPr>
        </p:nvSpPr>
        <p:spPr>
          <a:xfrm>
            <a:off x="1007076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6" name="Google Shape;326;p88"/>
          <p:cNvSpPr txBox="1"/>
          <p:nvPr>
            <p:ph idx="2" type="title"/>
          </p:nvPr>
        </p:nvSpPr>
        <p:spPr>
          <a:xfrm>
            <a:off x="1007075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27" name="Google Shape;327;p88"/>
          <p:cNvSpPr txBox="1"/>
          <p:nvPr>
            <p:ph idx="3" type="subTitle"/>
          </p:nvPr>
        </p:nvSpPr>
        <p:spPr>
          <a:xfrm>
            <a:off x="6314181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" name="Google Shape;328;p88"/>
          <p:cNvSpPr txBox="1"/>
          <p:nvPr>
            <p:ph idx="4" type="title"/>
          </p:nvPr>
        </p:nvSpPr>
        <p:spPr>
          <a:xfrm>
            <a:off x="6314176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29" name="Google Shape;329;p88"/>
          <p:cNvSpPr txBox="1"/>
          <p:nvPr>
            <p:ph idx="5" type="subTitle"/>
          </p:nvPr>
        </p:nvSpPr>
        <p:spPr>
          <a:xfrm>
            <a:off x="3642153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0" name="Google Shape;330;p88"/>
          <p:cNvSpPr txBox="1"/>
          <p:nvPr>
            <p:ph idx="6" type="title"/>
          </p:nvPr>
        </p:nvSpPr>
        <p:spPr>
          <a:xfrm>
            <a:off x="3642146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9"/>
          <p:cNvSpPr/>
          <p:nvPr/>
        </p:nvSpPr>
        <p:spPr>
          <a:xfrm flipH="1" rot="-5400000">
            <a:off x="4092647" y="22828"/>
            <a:ext cx="5199283" cy="5057677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9"/>
          <p:cNvSpPr txBox="1"/>
          <p:nvPr>
            <p:ph type="title"/>
          </p:nvPr>
        </p:nvSpPr>
        <p:spPr>
          <a:xfrm>
            <a:off x="720109" y="540000"/>
            <a:ext cx="3852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4" name="Google Shape;334;p89"/>
          <p:cNvSpPr txBox="1"/>
          <p:nvPr>
            <p:ph idx="1" type="subTitle"/>
          </p:nvPr>
        </p:nvSpPr>
        <p:spPr>
          <a:xfrm>
            <a:off x="720000" y="1861075"/>
            <a:ext cx="3513000" cy="2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45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6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0"/>
          <p:cNvSpPr/>
          <p:nvPr/>
        </p:nvSpPr>
        <p:spPr>
          <a:xfrm>
            <a:off x="0" y="0"/>
            <a:ext cx="5494007" cy="5143505"/>
          </a:xfrm>
          <a:custGeom>
            <a:rect b="b" l="l" r="r" t="t"/>
            <a:pathLst>
              <a:path extrusionOk="0" h="12922" w="18368">
                <a:moveTo>
                  <a:pt x="0" y="1"/>
                </a:moveTo>
                <a:lnTo>
                  <a:pt x="0" y="12835"/>
                </a:lnTo>
                <a:lnTo>
                  <a:pt x="15634" y="12922"/>
                </a:lnTo>
                <a:cubicBezTo>
                  <a:pt x="15634" y="12922"/>
                  <a:pt x="18368" y="9896"/>
                  <a:pt x="16286" y="7113"/>
                </a:cubicBezTo>
                <a:cubicBezTo>
                  <a:pt x="14451" y="4639"/>
                  <a:pt x="12884" y="6944"/>
                  <a:pt x="11012" y="3542"/>
                </a:cubicBezTo>
                <a:cubicBezTo>
                  <a:pt x="9759" y="1275"/>
                  <a:pt x="7442" y="1"/>
                  <a:pt x="74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0"/>
          <p:cNvSpPr txBox="1"/>
          <p:nvPr>
            <p:ph type="title"/>
          </p:nvPr>
        </p:nvSpPr>
        <p:spPr>
          <a:xfrm>
            <a:off x="720101" y="2766875"/>
            <a:ext cx="43017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8" name="Google Shape;338;p90"/>
          <p:cNvSpPr txBox="1"/>
          <p:nvPr>
            <p:ph idx="1" type="subTitle"/>
          </p:nvPr>
        </p:nvSpPr>
        <p:spPr>
          <a:xfrm>
            <a:off x="720000" y="3718325"/>
            <a:ext cx="43017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>
                <a:solidFill>
                  <a:srgbClr val="261B2A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1"/>
          <p:cNvSpPr/>
          <p:nvPr/>
        </p:nvSpPr>
        <p:spPr>
          <a:xfrm>
            <a:off x="50" y="7225"/>
            <a:ext cx="8042521" cy="5143505"/>
          </a:xfrm>
          <a:custGeom>
            <a:rect b="b" l="l" r="r" t="t"/>
            <a:pathLst>
              <a:path extrusionOk="0" h="12922" w="18368">
                <a:moveTo>
                  <a:pt x="0" y="1"/>
                </a:moveTo>
                <a:lnTo>
                  <a:pt x="0" y="12835"/>
                </a:lnTo>
                <a:lnTo>
                  <a:pt x="15634" y="12922"/>
                </a:lnTo>
                <a:cubicBezTo>
                  <a:pt x="15634" y="12922"/>
                  <a:pt x="18368" y="9896"/>
                  <a:pt x="16286" y="7113"/>
                </a:cubicBezTo>
                <a:cubicBezTo>
                  <a:pt x="14451" y="4639"/>
                  <a:pt x="12884" y="6944"/>
                  <a:pt x="11012" y="3542"/>
                </a:cubicBezTo>
                <a:cubicBezTo>
                  <a:pt x="9759" y="1275"/>
                  <a:pt x="7442" y="1"/>
                  <a:pt x="74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1"/>
          <p:cNvSpPr txBox="1"/>
          <p:nvPr>
            <p:ph type="title"/>
          </p:nvPr>
        </p:nvSpPr>
        <p:spPr>
          <a:xfrm>
            <a:off x="720000" y="3789638"/>
            <a:ext cx="3848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2" name="Google Shape;342;p91"/>
          <p:cNvSpPr txBox="1"/>
          <p:nvPr>
            <p:ph idx="1" type="subTitle"/>
          </p:nvPr>
        </p:nvSpPr>
        <p:spPr>
          <a:xfrm>
            <a:off x="720000" y="933775"/>
            <a:ext cx="4283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ecular One"/>
              <a:buNone/>
              <a:defRPr sz="3000"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92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6" name="Google Shape;346;p92"/>
          <p:cNvSpPr txBox="1"/>
          <p:nvPr>
            <p:ph idx="1" type="subTitle"/>
          </p:nvPr>
        </p:nvSpPr>
        <p:spPr>
          <a:xfrm>
            <a:off x="724125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7" name="Google Shape;347;p92"/>
          <p:cNvSpPr txBox="1"/>
          <p:nvPr>
            <p:ph idx="2" type="title"/>
          </p:nvPr>
        </p:nvSpPr>
        <p:spPr>
          <a:xfrm>
            <a:off x="937125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48" name="Google Shape;348;p92"/>
          <p:cNvSpPr txBox="1"/>
          <p:nvPr>
            <p:ph idx="3" type="subTitle"/>
          </p:nvPr>
        </p:nvSpPr>
        <p:spPr>
          <a:xfrm>
            <a:off x="3413996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92"/>
          <p:cNvSpPr txBox="1"/>
          <p:nvPr>
            <p:ph idx="4" type="title"/>
          </p:nvPr>
        </p:nvSpPr>
        <p:spPr>
          <a:xfrm>
            <a:off x="3627000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50" name="Google Shape;350;p92"/>
          <p:cNvSpPr txBox="1"/>
          <p:nvPr>
            <p:ph idx="5" type="subTitle"/>
          </p:nvPr>
        </p:nvSpPr>
        <p:spPr>
          <a:xfrm>
            <a:off x="6103866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1" name="Google Shape;351;p92"/>
          <p:cNvSpPr txBox="1"/>
          <p:nvPr>
            <p:ph idx="6" type="title"/>
          </p:nvPr>
        </p:nvSpPr>
        <p:spPr>
          <a:xfrm>
            <a:off x="6316850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52" name="Google Shape;352;p92"/>
          <p:cNvSpPr txBox="1"/>
          <p:nvPr>
            <p:ph idx="7" type="subTitle"/>
          </p:nvPr>
        </p:nvSpPr>
        <p:spPr>
          <a:xfrm>
            <a:off x="724125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3" name="Google Shape;353;p92"/>
          <p:cNvSpPr txBox="1"/>
          <p:nvPr>
            <p:ph idx="8" type="title"/>
          </p:nvPr>
        </p:nvSpPr>
        <p:spPr>
          <a:xfrm>
            <a:off x="937125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54" name="Google Shape;354;p92"/>
          <p:cNvSpPr txBox="1"/>
          <p:nvPr>
            <p:ph idx="9" type="subTitle"/>
          </p:nvPr>
        </p:nvSpPr>
        <p:spPr>
          <a:xfrm>
            <a:off x="3413996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92"/>
          <p:cNvSpPr txBox="1"/>
          <p:nvPr>
            <p:ph idx="13" type="title"/>
          </p:nvPr>
        </p:nvSpPr>
        <p:spPr>
          <a:xfrm>
            <a:off x="3627000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56" name="Google Shape;356;p92"/>
          <p:cNvSpPr txBox="1"/>
          <p:nvPr>
            <p:ph idx="14" type="subTitle"/>
          </p:nvPr>
        </p:nvSpPr>
        <p:spPr>
          <a:xfrm>
            <a:off x="6103866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7" name="Google Shape;357;p92"/>
          <p:cNvSpPr txBox="1"/>
          <p:nvPr>
            <p:ph idx="15" type="title"/>
          </p:nvPr>
        </p:nvSpPr>
        <p:spPr>
          <a:xfrm>
            <a:off x="6316850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3"/>
          <p:cNvSpPr/>
          <p:nvPr/>
        </p:nvSpPr>
        <p:spPr>
          <a:xfrm>
            <a:off x="51150" y="151075"/>
            <a:ext cx="9041678" cy="4841411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4"/>
          <p:cNvSpPr/>
          <p:nvPr/>
        </p:nvSpPr>
        <p:spPr>
          <a:xfrm rot="4849900">
            <a:off x="2823308" y="-577668"/>
            <a:ext cx="4425355" cy="6941137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6" name="Google Shape;366;p95"/>
          <p:cNvSpPr/>
          <p:nvPr/>
        </p:nvSpPr>
        <p:spPr>
          <a:xfrm>
            <a:off x="0" y="4056150"/>
            <a:ext cx="9144014" cy="1087349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6"/>
          <p:cNvSpPr/>
          <p:nvPr/>
        </p:nvSpPr>
        <p:spPr>
          <a:xfrm rot="10800000">
            <a:off x="15" y="2303481"/>
            <a:ext cx="9185310" cy="2840020"/>
          </a:xfrm>
          <a:custGeom>
            <a:rect b="b" l="l" r="r" t="t"/>
            <a:pathLst>
              <a:path extrusionOk="0" h="4473" w="12333">
                <a:moveTo>
                  <a:pt x="17" y="0"/>
                </a:moveTo>
                <a:lnTo>
                  <a:pt x="33" y="4041"/>
                </a:lnTo>
                <a:cubicBezTo>
                  <a:pt x="0" y="4090"/>
                  <a:pt x="602" y="4280"/>
                  <a:pt x="652" y="4297"/>
                </a:cubicBezTo>
                <a:cubicBezTo>
                  <a:pt x="775" y="4335"/>
                  <a:pt x="897" y="4355"/>
                  <a:pt x="1019" y="4355"/>
                </a:cubicBezTo>
                <a:cubicBezTo>
                  <a:pt x="1221" y="4355"/>
                  <a:pt x="1420" y="4301"/>
                  <a:pt x="1612" y="4193"/>
                </a:cubicBezTo>
                <a:cubicBezTo>
                  <a:pt x="2198" y="3868"/>
                  <a:pt x="2577" y="3282"/>
                  <a:pt x="3159" y="2940"/>
                </a:cubicBezTo>
                <a:cubicBezTo>
                  <a:pt x="3576" y="2709"/>
                  <a:pt x="4037" y="2592"/>
                  <a:pt x="4498" y="2592"/>
                </a:cubicBezTo>
                <a:cubicBezTo>
                  <a:pt x="4893" y="2592"/>
                  <a:pt x="5287" y="2678"/>
                  <a:pt x="5653" y="2854"/>
                </a:cubicBezTo>
                <a:cubicBezTo>
                  <a:pt x="6131" y="3093"/>
                  <a:pt x="6494" y="3455"/>
                  <a:pt x="6906" y="3781"/>
                </a:cubicBezTo>
                <a:cubicBezTo>
                  <a:pt x="7302" y="4107"/>
                  <a:pt x="7817" y="4433"/>
                  <a:pt x="8333" y="4470"/>
                </a:cubicBezTo>
                <a:cubicBezTo>
                  <a:pt x="8363" y="4472"/>
                  <a:pt x="8393" y="4472"/>
                  <a:pt x="8423" y="4472"/>
                </a:cubicBezTo>
                <a:cubicBezTo>
                  <a:pt x="9185" y="4472"/>
                  <a:pt x="9795" y="3880"/>
                  <a:pt x="10291" y="3352"/>
                </a:cubicBezTo>
                <a:cubicBezTo>
                  <a:pt x="10786" y="2783"/>
                  <a:pt x="11252" y="2186"/>
                  <a:pt x="11648" y="1547"/>
                </a:cubicBezTo>
                <a:cubicBezTo>
                  <a:pt x="11837" y="1221"/>
                  <a:pt x="12006" y="879"/>
                  <a:pt x="12147" y="536"/>
                </a:cubicBezTo>
                <a:cubicBezTo>
                  <a:pt x="12212" y="380"/>
                  <a:pt x="12332" y="0"/>
                  <a:pt x="123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5_2_1_1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7"/>
          <p:cNvSpPr/>
          <p:nvPr/>
        </p:nvSpPr>
        <p:spPr>
          <a:xfrm>
            <a:off x="166900" y="135925"/>
            <a:ext cx="8977099" cy="487812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8"/>
          <p:cNvSpPr/>
          <p:nvPr/>
        </p:nvSpPr>
        <p:spPr>
          <a:xfrm>
            <a:off x="3409400" y="203750"/>
            <a:ext cx="5449643" cy="4736002"/>
          </a:xfrm>
          <a:custGeom>
            <a:rect b="b" l="l" r="r" t="t"/>
            <a:pathLst>
              <a:path extrusionOk="0" h="22650" w="26063">
                <a:moveTo>
                  <a:pt x="13375" y="1"/>
                </a:moveTo>
                <a:cubicBezTo>
                  <a:pt x="3971" y="1"/>
                  <a:pt x="468" y="3399"/>
                  <a:pt x="204" y="11317"/>
                </a:cubicBezTo>
                <a:cubicBezTo>
                  <a:pt x="0" y="17542"/>
                  <a:pt x="841" y="22650"/>
                  <a:pt x="13188" y="22650"/>
                </a:cubicBezTo>
                <a:cubicBezTo>
                  <a:pt x="13250" y="22650"/>
                  <a:pt x="13312" y="22650"/>
                  <a:pt x="13375" y="22650"/>
                </a:cubicBezTo>
                <a:cubicBezTo>
                  <a:pt x="22777" y="22598"/>
                  <a:pt x="25910" y="18895"/>
                  <a:pt x="25999" y="11317"/>
                </a:cubicBezTo>
                <a:cubicBezTo>
                  <a:pt x="26063" y="5062"/>
                  <a:pt x="24768" y="1"/>
                  <a:pt x="1337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98"/>
          <p:cNvSpPr txBox="1"/>
          <p:nvPr>
            <p:ph type="title"/>
          </p:nvPr>
        </p:nvSpPr>
        <p:spPr>
          <a:xfrm>
            <a:off x="3910425" y="739225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76" name="Google Shape;376;p98"/>
          <p:cNvSpPr txBox="1"/>
          <p:nvPr>
            <p:ph idx="1" type="subTitle"/>
          </p:nvPr>
        </p:nvSpPr>
        <p:spPr>
          <a:xfrm>
            <a:off x="3910386" y="1531513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77" name="Google Shape;377;p98"/>
          <p:cNvSpPr txBox="1"/>
          <p:nvPr>
            <p:ph idx="2" type="title"/>
          </p:nvPr>
        </p:nvSpPr>
        <p:spPr>
          <a:xfrm>
            <a:off x="3910500" y="2005175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78" name="Google Shape;378;p98"/>
          <p:cNvSpPr txBox="1"/>
          <p:nvPr>
            <p:ph idx="3" type="subTitle"/>
          </p:nvPr>
        </p:nvSpPr>
        <p:spPr>
          <a:xfrm>
            <a:off x="3910362" y="2797525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379" name="Google Shape;379;p98"/>
          <p:cNvSpPr txBox="1"/>
          <p:nvPr>
            <p:ph idx="4" type="title"/>
          </p:nvPr>
        </p:nvSpPr>
        <p:spPr>
          <a:xfrm>
            <a:off x="3910500" y="3271187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380" name="Google Shape;380;p98"/>
          <p:cNvSpPr txBox="1"/>
          <p:nvPr>
            <p:ph idx="5" type="subTitle"/>
          </p:nvPr>
        </p:nvSpPr>
        <p:spPr>
          <a:xfrm>
            <a:off x="3910386" y="4063537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9"/>
          <p:cNvSpPr/>
          <p:nvPr/>
        </p:nvSpPr>
        <p:spPr>
          <a:xfrm>
            <a:off x="7040425" y="2348287"/>
            <a:ext cx="3432576" cy="3786002"/>
          </a:xfrm>
          <a:custGeom>
            <a:rect b="b" l="l" r="r" t="t"/>
            <a:pathLst>
              <a:path extrusionOk="0" h="3053" w="2768">
                <a:moveTo>
                  <a:pt x="1235" y="0"/>
                </a:moveTo>
                <a:cubicBezTo>
                  <a:pt x="1095" y="0"/>
                  <a:pt x="976" y="120"/>
                  <a:pt x="896" y="440"/>
                </a:cubicBezTo>
                <a:cubicBezTo>
                  <a:pt x="689" y="1265"/>
                  <a:pt x="1" y="1710"/>
                  <a:pt x="343" y="2432"/>
                </a:cubicBezTo>
                <a:cubicBezTo>
                  <a:pt x="568" y="2881"/>
                  <a:pt x="861" y="3053"/>
                  <a:pt x="1170" y="3053"/>
                </a:cubicBezTo>
                <a:cubicBezTo>
                  <a:pt x="1571" y="3053"/>
                  <a:pt x="1999" y="2764"/>
                  <a:pt x="2339" y="2415"/>
                </a:cubicBezTo>
                <a:cubicBezTo>
                  <a:pt x="2545" y="2209"/>
                  <a:pt x="2751" y="1916"/>
                  <a:pt x="2751" y="1607"/>
                </a:cubicBezTo>
                <a:cubicBezTo>
                  <a:pt x="2767" y="1298"/>
                  <a:pt x="2491" y="1059"/>
                  <a:pt x="2268" y="853"/>
                </a:cubicBezTo>
                <a:cubicBezTo>
                  <a:pt x="1939" y="559"/>
                  <a:pt x="1537" y="0"/>
                  <a:pt x="12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9"/>
          <p:cNvSpPr/>
          <p:nvPr/>
        </p:nvSpPr>
        <p:spPr>
          <a:xfrm rot="5400000">
            <a:off x="-1053656" y="971259"/>
            <a:ext cx="4389629" cy="2367597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9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5" name="Google Shape;385;p99"/>
          <p:cNvSpPr txBox="1"/>
          <p:nvPr>
            <p:ph idx="1" type="subTitle"/>
          </p:nvPr>
        </p:nvSpPr>
        <p:spPr>
          <a:xfrm>
            <a:off x="1884850" y="210511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99"/>
          <p:cNvSpPr txBox="1"/>
          <p:nvPr>
            <p:ph idx="2" type="title"/>
          </p:nvPr>
        </p:nvSpPr>
        <p:spPr>
          <a:xfrm>
            <a:off x="1764900" y="1669823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87" name="Google Shape;387;p99"/>
          <p:cNvSpPr txBox="1"/>
          <p:nvPr>
            <p:ph idx="3" type="subTitle"/>
          </p:nvPr>
        </p:nvSpPr>
        <p:spPr>
          <a:xfrm>
            <a:off x="4943446" y="210511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642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8" name="Google Shape;388;p99"/>
          <p:cNvSpPr txBox="1"/>
          <p:nvPr>
            <p:ph idx="4" type="title"/>
          </p:nvPr>
        </p:nvSpPr>
        <p:spPr>
          <a:xfrm>
            <a:off x="4823500" y="1669823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89" name="Google Shape;389;p99"/>
          <p:cNvSpPr txBox="1"/>
          <p:nvPr>
            <p:ph idx="5" type="subTitle"/>
          </p:nvPr>
        </p:nvSpPr>
        <p:spPr>
          <a:xfrm>
            <a:off x="1884749" y="361455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0" name="Google Shape;390;p99"/>
          <p:cNvSpPr txBox="1"/>
          <p:nvPr>
            <p:ph idx="6" type="title"/>
          </p:nvPr>
        </p:nvSpPr>
        <p:spPr>
          <a:xfrm>
            <a:off x="1764800" y="3179249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391" name="Google Shape;391;p99"/>
          <p:cNvSpPr txBox="1"/>
          <p:nvPr>
            <p:ph idx="7" type="subTitle"/>
          </p:nvPr>
        </p:nvSpPr>
        <p:spPr>
          <a:xfrm>
            <a:off x="4943447" y="361455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357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2" name="Google Shape;392;p99"/>
          <p:cNvSpPr txBox="1"/>
          <p:nvPr>
            <p:ph idx="8" type="title"/>
          </p:nvPr>
        </p:nvSpPr>
        <p:spPr>
          <a:xfrm>
            <a:off x="4823500" y="3179249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0"/>
          <p:cNvSpPr/>
          <p:nvPr/>
        </p:nvSpPr>
        <p:spPr>
          <a:xfrm>
            <a:off x="0" y="3040325"/>
            <a:ext cx="9144014" cy="210318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0"/>
          <p:cNvSpPr txBox="1"/>
          <p:nvPr>
            <p:ph type="title"/>
          </p:nvPr>
        </p:nvSpPr>
        <p:spPr>
          <a:xfrm>
            <a:off x="3214775" y="1163875"/>
            <a:ext cx="2714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6" name="Google Shape;396;p100"/>
          <p:cNvSpPr txBox="1"/>
          <p:nvPr>
            <p:ph idx="1" type="subTitle"/>
          </p:nvPr>
        </p:nvSpPr>
        <p:spPr>
          <a:xfrm>
            <a:off x="3214775" y="1811701"/>
            <a:ext cx="27147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9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1"/>
          <p:cNvSpPr/>
          <p:nvPr/>
        </p:nvSpPr>
        <p:spPr>
          <a:xfrm rot="10800000">
            <a:off x="-1047739" y="2647953"/>
            <a:ext cx="11239489" cy="2495547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1"/>
          <p:cNvSpPr txBox="1"/>
          <p:nvPr>
            <p:ph type="title"/>
          </p:nvPr>
        </p:nvSpPr>
        <p:spPr>
          <a:xfrm>
            <a:off x="1946250" y="540000"/>
            <a:ext cx="5251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0" name="Google Shape;400;p101"/>
          <p:cNvSpPr txBox="1"/>
          <p:nvPr>
            <p:ph idx="1" type="subTitle"/>
          </p:nvPr>
        </p:nvSpPr>
        <p:spPr>
          <a:xfrm>
            <a:off x="1946225" y="4156300"/>
            <a:ext cx="5251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2"/>
          <p:cNvSpPr/>
          <p:nvPr/>
        </p:nvSpPr>
        <p:spPr>
          <a:xfrm>
            <a:off x="0" y="3606747"/>
            <a:ext cx="9144014" cy="1536748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102"/>
          <p:cNvSpPr txBox="1"/>
          <p:nvPr>
            <p:ph idx="1" type="subTitle"/>
          </p:nvPr>
        </p:nvSpPr>
        <p:spPr>
          <a:xfrm>
            <a:off x="2003301" y="3563600"/>
            <a:ext cx="22689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5" name="Google Shape;405;p102"/>
          <p:cNvSpPr txBox="1"/>
          <p:nvPr>
            <p:ph idx="2" type="title"/>
          </p:nvPr>
        </p:nvSpPr>
        <p:spPr>
          <a:xfrm>
            <a:off x="2003300" y="3129150"/>
            <a:ext cx="2268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06" name="Google Shape;406;p102"/>
          <p:cNvSpPr txBox="1"/>
          <p:nvPr>
            <p:ph idx="3" type="subTitle"/>
          </p:nvPr>
        </p:nvSpPr>
        <p:spPr>
          <a:xfrm>
            <a:off x="4871776" y="3563600"/>
            <a:ext cx="22689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7" name="Google Shape;407;p102"/>
          <p:cNvSpPr txBox="1"/>
          <p:nvPr>
            <p:ph idx="4" type="title"/>
          </p:nvPr>
        </p:nvSpPr>
        <p:spPr>
          <a:xfrm>
            <a:off x="4871775" y="3129150"/>
            <a:ext cx="2268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2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3"/>
          <p:cNvSpPr/>
          <p:nvPr/>
        </p:nvSpPr>
        <p:spPr>
          <a:xfrm>
            <a:off x="3622175" y="188450"/>
            <a:ext cx="5091027" cy="4766597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03"/>
          <p:cNvSpPr txBox="1"/>
          <p:nvPr>
            <p:ph idx="1" type="subTitle"/>
          </p:nvPr>
        </p:nvSpPr>
        <p:spPr>
          <a:xfrm>
            <a:off x="1261950" y="2227225"/>
            <a:ext cx="2768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1" name="Google Shape;411;p103"/>
          <p:cNvSpPr txBox="1"/>
          <p:nvPr>
            <p:ph type="title"/>
          </p:nvPr>
        </p:nvSpPr>
        <p:spPr>
          <a:xfrm>
            <a:off x="1261950" y="1793175"/>
            <a:ext cx="2768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12" name="Google Shape;412;p103"/>
          <p:cNvSpPr txBox="1"/>
          <p:nvPr>
            <p:ph idx="2" type="subTitle"/>
          </p:nvPr>
        </p:nvSpPr>
        <p:spPr>
          <a:xfrm>
            <a:off x="5113925" y="2227225"/>
            <a:ext cx="2768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3" name="Google Shape;413;p103"/>
          <p:cNvSpPr txBox="1"/>
          <p:nvPr>
            <p:ph idx="3" type="title"/>
          </p:nvPr>
        </p:nvSpPr>
        <p:spPr>
          <a:xfrm>
            <a:off x="5113925" y="1793175"/>
            <a:ext cx="2768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7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4"/>
          <p:cNvSpPr/>
          <p:nvPr/>
        </p:nvSpPr>
        <p:spPr>
          <a:xfrm>
            <a:off x="0" y="3825699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104"/>
          <p:cNvSpPr txBox="1"/>
          <p:nvPr>
            <p:ph idx="1" type="subTitle"/>
          </p:nvPr>
        </p:nvSpPr>
        <p:spPr>
          <a:xfrm>
            <a:off x="1362563" y="362555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8" name="Google Shape;418;p104"/>
          <p:cNvSpPr txBox="1"/>
          <p:nvPr>
            <p:ph idx="2" type="title"/>
          </p:nvPr>
        </p:nvSpPr>
        <p:spPr>
          <a:xfrm>
            <a:off x="1362563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19" name="Google Shape;419;p104"/>
          <p:cNvSpPr txBox="1"/>
          <p:nvPr>
            <p:ph idx="3" type="subTitle"/>
          </p:nvPr>
        </p:nvSpPr>
        <p:spPr>
          <a:xfrm>
            <a:off x="5943926" y="362555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0" name="Google Shape;420;p104"/>
          <p:cNvSpPr txBox="1"/>
          <p:nvPr>
            <p:ph idx="4" type="title"/>
          </p:nvPr>
        </p:nvSpPr>
        <p:spPr>
          <a:xfrm>
            <a:off x="5943926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21" name="Google Shape;421;p104"/>
          <p:cNvSpPr txBox="1"/>
          <p:nvPr>
            <p:ph idx="5" type="subTitle"/>
          </p:nvPr>
        </p:nvSpPr>
        <p:spPr>
          <a:xfrm>
            <a:off x="3642138" y="36255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2" name="Google Shape;422;p104"/>
          <p:cNvSpPr txBox="1"/>
          <p:nvPr>
            <p:ph idx="6" type="title"/>
          </p:nvPr>
        </p:nvSpPr>
        <p:spPr>
          <a:xfrm>
            <a:off x="3642138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7_1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5"/>
          <p:cNvSpPr/>
          <p:nvPr/>
        </p:nvSpPr>
        <p:spPr>
          <a:xfrm>
            <a:off x="-50075" y="340887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5"/>
          <p:cNvSpPr/>
          <p:nvPr/>
        </p:nvSpPr>
        <p:spPr>
          <a:xfrm rot="10800000">
            <a:off x="5894650" y="-6012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p105"/>
          <p:cNvSpPr txBox="1"/>
          <p:nvPr>
            <p:ph idx="1" type="subTitle"/>
          </p:nvPr>
        </p:nvSpPr>
        <p:spPr>
          <a:xfrm>
            <a:off x="2247856" y="1720350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8" name="Google Shape;428;p105"/>
          <p:cNvSpPr txBox="1"/>
          <p:nvPr>
            <p:ph idx="2" type="title"/>
          </p:nvPr>
        </p:nvSpPr>
        <p:spPr>
          <a:xfrm>
            <a:off x="2007300" y="1292813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29" name="Google Shape;429;p105"/>
          <p:cNvSpPr txBox="1"/>
          <p:nvPr>
            <p:ph idx="3" type="subTitle"/>
          </p:nvPr>
        </p:nvSpPr>
        <p:spPr>
          <a:xfrm>
            <a:off x="2247869" y="3953023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0" name="Google Shape;430;p105"/>
          <p:cNvSpPr txBox="1"/>
          <p:nvPr>
            <p:ph idx="4" type="title"/>
          </p:nvPr>
        </p:nvSpPr>
        <p:spPr>
          <a:xfrm>
            <a:off x="2007300" y="3525496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31" name="Google Shape;431;p105"/>
          <p:cNvSpPr txBox="1"/>
          <p:nvPr>
            <p:ph idx="5" type="subTitle"/>
          </p:nvPr>
        </p:nvSpPr>
        <p:spPr>
          <a:xfrm>
            <a:off x="2247850" y="2869499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2" name="Google Shape;432;p105"/>
          <p:cNvSpPr txBox="1"/>
          <p:nvPr>
            <p:ph idx="6" type="title"/>
          </p:nvPr>
        </p:nvSpPr>
        <p:spPr>
          <a:xfrm>
            <a:off x="2007300" y="2441967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6"/>
          <p:cNvSpPr/>
          <p:nvPr/>
        </p:nvSpPr>
        <p:spPr>
          <a:xfrm>
            <a:off x="0" y="0"/>
            <a:ext cx="4906115" cy="5143495"/>
          </a:xfrm>
          <a:custGeom>
            <a:rect b="b" l="l" r="r" t="t"/>
            <a:pathLst>
              <a:path extrusionOk="0" h="9896" w="12902">
                <a:moveTo>
                  <a:pt x="1" y="1"/>
                </a:moveTo>
                <a:lnTo>
                  <a:pt x="1" y="9895"/>
                </a:lnTo>
                <a:lnTo>
                  <a:pt x="12885" y="9895"/>
                </a:lnTo>
                <a:cubicBezTo>
                  <a:pt x="12901" y="9500"/>
                  <a:pt x="12852" y="9120"/>
                  <a:pt x="12678" y="8762"/>
                </a:cubicBezTo>
                <a:cubicBezTo>
                  <a:pt x="12472" y="8366"/>
                  <a:pt x="12114" y="8073"/>
                  <a:pt x="11821" y="7747"/>
                </a:cubicBezTo>
                <a:cubicBezTo>
                  <a:pt x="10687" y="6527"/>
                  <a:pt x="10155" y="4878"/>
                  <a:pt x="9656" y="3282"/>
                </a:cubicBezTo>
                <a:cubicBezTo>
                  <a:pt x="9310" y="2198"/>
                  <a:pt x="8968" y="1101"/>
                  <a:pt x="86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6"/>
          <p:cNvSpPr txBox="1"/>
          <p:nvPr>
            <p:ph idx="1" type="subTitle"/>
          </p:nvPr>
        </p:nvSpPr>
        <p:spPr>
          <a:xfrm>
            <a:off x="4565650" y="1722575"/>
            <a:ext cx="3852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6" name="Google Shape;436;p106"/>
          <p:cNvSpPr txBox="1"/>
          <p:nvPr>
            <p:ph type="ctrTitle"/>
          </p:nvPr>
        </p:nvSpPr>
        <p:spPr>
          <a:xfrm flipH="1">
            <a:off x="4572000" y="887075"/>
            <a:ext cx="38520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7" name="Google Shape;437;p106"/>
          <p:cNvSpPr txBox="1"/>
          <p:nvPr/>
        </p:nvSpPr>
        <p:spPr>
          <a:xfrm>
            <a:off x="4940088" y="3779450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including icons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7"/>
          <p:cNvSpPr/>
          <p:nvPr/>
        </p:nvSpPr>
        <p:spPr>
          <a:xfrm>
            <a:off x="0" y="3825699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07"/>
          <p:cNvSpPr/>
          <p:nvPr/>
        </p:nvSpPr>
        <p:spPr>
          <a:xfrm flipH="1" rot="10800000">
            <a:off x="0" y="-1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08"/>
          <p:cNvSpPr/>
          <p:nvPr/>
        </p:nvSpPr>
        <p:spPr>
          <a:xfrm rot="-5400000">
            <a:off x="-2360885" y="2096129"/>
            <a:ext cx="6272886" cy="1551096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08"/>
          <p:cNvSpPr/>
          <p:nvPr/>
        </p:nvSpPr>
        <p:spPr>
          <a:xfrm rot="5400000">
            <a:off x="5232015" y="2096129"/>
            <a:ext cx="6272886" cy="1551096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_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9"/>
          <p:cNvSpPr/>
          <p:nvPr/>
        </p:nvSpPr>
        <p:spPr>
          <a:xfrm rot="-4499998">
            <a:off x="6327051" y="3814403"/>
            <a:ext cx="5091025" cy="4766595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09"/>
          <p:cNvSpPr/>
          <p:nvPr/>
        </p:nvSpPr>
        <p:spPr>
          <a:xfrm rot="-9899998">
            <a:off x="-2398947" y="-2164598"/>
            <a:ext cx="5091025" cy="4766595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7"/>
          <p:cNvSpPr/>
          <p:nvPr/>
        </p:nvSpPr>
        <p:spPr>
          <a:xfrm>
            <a:off x="0" y="3606747"/>
            <a:ext cx="9144014" cy="1536748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3" name="Google Shape;453;p37"/>
          <p:cNvSpPr txBox="1"/>
          <p:nvPr>
            <p:ph idx="1" type="subTitle"/>
          </p:nvPr>
        </p:nvSpPr>
        <p:spPr>
          <a:xfrm>
            <a:off x="2003301" y="3563600"/>
            <a:ext cx="22689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4" name="Google Shape;454;p37"/>
          <p:cNvSpPr txBox="1"/>
          <p:nvPr>
            <p:ph idx="2" type="title"/>
          </p:nvPr>
        </p:nvSpPr>
        <p:spPr>
          <a:xfrm>
            <a:off x="2003300" y="3129150"/>
            <a:ext cx="2268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55" name="Google Shape;455;p37"/>
          <p:cNvSpPr txBox="1"/>
          <p:nvPr>
            <p:ph idx="3" type="subTitle"/>
          </p:nvPr>
        </p:nvSpPr>
        <p:spPr>
          <a:xfrm>
            <a:off x="4871776" y="3563600"/>
            <a:ext cx="22689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6" name="Google Shape;456;p37"/>
          <p:cNvSpPr txBox="1"/>
          <p:nvPr>
            <p:ph idx="4" type="title"/>
          </p:nvPr>
        </p:nvSpPr>
        <p:spPr>
          <a:xfrm>
            <a:off x="4871775" y="3129150"/>
            <a:ext cx="2268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10"/>
          <p:cNvSpPr txBox="1"/>
          <p:nvPr>
            <p:ph type="ctrTitle"/>
          </p:nvPr>
        </p:nvSpPr>
        <p:spPr>
          <a:xfrm>
            <a:off x="4373150" y="1041800"/>
            <a:ext cx="4050900" cy="28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9" name="Google Shape;459;p110"/>
          <p:cNvSpPr txBox="1"/>
          <p:nvPr>
            <p:ph idx="1" type="subTitle"/>
          </p:nvPr>
        </p:nvSpPr>
        <p:spPr>
          <a:xfrm>
            <a:off x="4373150" y="3746350"/>
            <a:ext cx="40509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0" name="Google Shape;460;p110"/>
          <p:cNvSpPr/>
          <p:nvPr/>
        </p:nvSpPr>
        <p:spPr>
          <a:xfrm rot="1178282">
            <a:off x="-692430" y="498283"/>
            <a:ext cx="5024607" cy="4505639"/>
          </a:xfrm>
          <a:custGeom>
            <a:rect b="b" l="l" r="r" t="t"/>
            <a:pathLst>
              <a:path extrusionOk="0" h="14192" w="20786">
                <a:moveTo>
                  <a:pt x="9769" y="1"/>
                </a:moveTo>
                <a:cubicBezTo>
                  <a:pt x="8018" y="1"/>
                  <a:pt x="6151" y="221"/>
                  <a:pt x="4355" y="576"/>
                </a:cubicBezTo>
                <a:cubicBezTo>
                  <a:pt x="0" y="1441"/>
                  <a:pt x="7629" y="12658"/>
                  <a:pt x="9088" y="13660"/>
                </a:cubicBezTo>
                <a:cubicBezTo>
                  <a:pt x="9605" y="14012"/>
                  <a:pt x="10182" y="14192"/>
                  <a:pt x="10841" y="14192"/>
                </a:cubicBezTo>
                <a:cubicBezTo>
                  <a:pt x="12364" y="14192"/>
                  <a:pt x="14322" y="13230"/>
                  <a:pt x="16979" y="11211"/>
                </a:cubicBezTo>
                <a:cubicBezTo>
                  <a:pt x="20786" y="8318"/>
                  <a:pt x="18846" y="3774"/>
                  <a:pt x="15989" y="1578"/>
                </a:cubicBezTo>
                <a:cubicBezTo>
                  <a:pt x="14514" y="446"/>
                  <a:pt x="12259" y="1"/>
                  <a:pt x="97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1"/>
          <p:cNvSpPr/>
          <p:nvPr/>
        </p:nvSpPr>
        <p:spPr>
          <a:xfrm rot="-9900000">
            <a:off x="-2114793" y="-1643107"/>
            <a:ext cx="4536639" cy="4247538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11"/>
          <p:cNvSpPr/>
          <p:nvPr/>
        </p:nvSpPr>
        <p:spPr>
          <a:xfrm flipH="1" rot="-802868">
            <a:off x="2973426" y="2845354"/>
            <a:ext cx="6566370" cy="3437892"/>
          </a:xfrm>
          <a:custGeom>
            <a:rect b="b" l="l" r="r" t="t"/>
            <a:pathLst>
              <a:path extrusionOk="0" h="1998" w="2442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11"/>
          <p:cNvSpPr txBox="1"/>
          <p:nvPr>
            <p:ph type="title"/>
          </p:nvPr>
        </p:nvSpPr>
        <p:spPr>
          <a:xfrm>
            <a:off x="720000" y="2371500"/>
            <a:ext cx="40668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5" name="Google Shape;465;p111"/>
          <p:cNvSpPr txBox="1"/>
          <p:nvPr>
            <p:ph idx="1" type="body"/>
          </p:nvPr>
        </p:nvSpPr>
        <p:spPr>
          <a:xfrm>
            <a:off x="720000" y="2878650"/>
            <a:ext cx="4066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6" name="Google Shape;466;p111"/>
          <p:cNvSpPr txBox="1"/>
          <p:nvPr>
            <p:ph idx="2" type="title"/>
          </p:nvPr>
        </p:nvSpPr>
        <p:spPr>
          <a:xfrm>
            <a:off x="2254350" y="1580400"/>
            <a:ext cx="9981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2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1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p112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ivvic"/>
              <a:buAutoNum type="arabicPeriod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3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1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4" name="Google Shape;474;p113"/>
          <p:cNvSpPr txBox="1"/>
          <p:nvPr>
            <p:ph idx="1" type="subTitle"/>
          </p:nvPr>
        </p:nvSpPr>
        <p:spPr>
          <a:xfrm>
            <a:off x="1575602" y="3371700"/>
            <a:ext cx="2555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5" name="Google Shape;475;p113"/>
          <p:cNvSpPr txBox="1"/>
          <p:nvPr>
            <p:ph idx="2" type="title"/>
          </p:nvPr>
        </p:nvSpPr>
        <p:spPr>
          <a:xfrm>
            <a:off x="1575600" y="2940050"/>
            <a:ext cx="2555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476" name="Google Shape;476;p113"/>
          <p:cNvSpPr txBox="1"/>
          <p:nvPr>
            <p:ph idx="3" type="subTitle"/>
          </p:nvPr>
        </p:nvSpPr>
        <p:spPr>
          <a:xfrm>
            <a:off x="5012702" y="3371700"/>
            <a:ext cx="2555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7" name="Google Shape;477;p113"/>
          <p:cNvSpPr txBox="1"/>
          <p:nvPr>
            <p:ph idx="4" type="title"/>
          </p:nvPr>
        </p:nvSpPr>
        <p:spPr>
          <a:xfrm>
            <a:off x="5012700" y="2940050"/>
            <a:ext cx="25557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14"/>
          <p:cNvSpPr/>
          <p:nvPr/>
        </p:nvSpPr>
        <p:spPr>
          <a:xfrm>
            <a:off x="25" y="166600"/>
            <a:ext cx="9067615" cy="4782658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14"/>
          <p:cNvSpPr/>
          <p:nvPr/>
        </p:nvSpPr>
        <p:spPr>
          <a:xfrm flipH="1">
            <a:off x="21" y="107725"/>
            <a:ext cx="9144004" cy="489188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1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5"/>
          <p:cNvSpPr/>
          <p:nvPr/>
        </p:nvSpPr>
        <p:spPr>
          <a:xfrm rot="-5400000">
            <a:off x="5643118" y="1639338"/>
            <a:ext cx="5140218" cy="186155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15"/>
          <p:cNvSpPr/>
          <p:nvPr/>
        </p:nvSpPr>
        <p:spPr>
          <a:xfrm rot="5400000">
            <a:off x="-1639332" y="1639338"/>
            <a:ext cx="5140218" cy="186155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15"/>
          <p:cNvSpPr txBox="1"/>
          <p:nvPr>
            <p:ph type="title"/>
          </p:nvPr>
        </p:nvSpPr>
        <p:spPr>
          <a:xfrm>
            <a:off x="3148500" y="2345200"/>
            <a:ext cx="2847000" cy="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86" name="Google Shape;486;p115"/>
          <p:cNvSpPr txBox="1"/>
          <p:nvPr>
            <p:ph idx="1" type="subTitle"/>
          </p:nvPr>
        </p:nvSpPr>
        <p:spPr>
          <a:xfrm>
            <a:off x="3148501" y="2857375"/>
            <a:ext cx="2847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16"/>
          <p:cNvSpPr/>
          <p:nvPr/>
        </p:nvSpPr>
        <p:spPr>
          <a:xfrm>
            <a:off x="0" y="4043225"/>
            <a:ext cx="9144014" cy="1100275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16"/>
          <p:cNvSpPr txBox="1"/>
          <p:nvPr>
            <p:ph type="title"/>
          </p:nvPr>
        </p:nvSpPr>
        <p:spPr>
          <a:xfrm>
            <a:off x="2390925" y="1062800"/>
            <a:ext cx="4362300" cy="2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0" name="Google Shape;490;p116"/>
          <p:cNvSpPr txBox="1"/>
          <p:nvPr>
            <p:ph idx="1" type="subTitle"/>
          </p:nvPr>
        </p:nvSpPr>
        <p:spPr>
          <a:xfrm>
            <a:off x="2605375" y="3212650"/>
            <a:ext cx="3933000" cy="6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17"/>
          <p:cNvSpPr/>
          <p:nvPr/>
        </p:nvSpPr>
        <p:spPr>
          <a:xfrm flipH="1">
            <a:off x="2438185" y="0"/>
            <a:ext cx="6705815" cy="5143495"/>
          </a:xfrm>
          <a:custGeom>
            <a:rect b="b" l="l" r="r" t="t"/>
            <a:pathLst>
              <a:path extrusionOk="0" h="9896" w="12902">
                <a:moveTo>
                  <a:pt x="1" y="1"/>
                </a:moveTo>
                <a:lnTo>
                  <a:pt x="1" y="9895"/>
                </a:lnTo>
                <a:lnTo>
                  <a:pt x="12885" y="9895"/>
                </a:lnTo>
                <a:cubicBezTo>
                  <a:pt x="12901" y="9500"/>
                  <a:pt x="12852" y="9120"/>
                  <a:pt x="12678" y="8762"/>
                </a:cubicBezTo>
                <a:cubicBezTo>
                  <a:pt x="12472" y="8366"/>
                  <a:pt x="12114" y="8073"/>
                  <a:pt x="11821" y="7747"/>
                </a:cubicBezTo>
                <a:cubicBezTo>
                  <a:pt x="10687" y="6527"/>
                  <a:pt x="10155" y="4878"/>
                  <a:pt x="9656" y="3282"/>
                </a:cubicBezTo>
                <a:cubicBezTo>
                  <a:pt x="9310" y="2198"/>
                  <a:pt x="8968" y="1101"/>
                  <a:pt x="86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7"/>
          <p:cNvSpPr txBox="1"/>
          <p:nvPr>
            <p:ph type="title"/>
          </p:nvPr>
        </p:nvSpPr>
        <p:spPr>
          <a:xfrm>
            <a:off x="4572000" y="1309625"/>
            <a:ext cx="3852000" cy="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4" name="Google Shape;494;p117"/>
          <p:cNvSpPr txBox="1"/>
          <p:nvPr>
            <p:ph idx="1" type="subTitle"/>
          </p:nvPr>
        </p:nvSpPr>
        <p:spPr>
          <a:xfrm>
            <a:off x="4572000" y="1961600"/>
            <a:ext cx="38520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18"/>
          <p:cNvSpPr/>
          <p:nvPr/>
        </p:nvSpPr>
        <p:spPr>
          <a:xfrm rot="-5400000">
            <a:off x="-114499" y="114505"/>
            <a:ext cx="2146218" cy="1917197"/>
          </a:xfrm>
          <a:custGeom>
            <a:rect b="b" l="l" r="r" t="t"/>
            <a:pathLst>
              <a:path extrusionOk="0" h="5584" w="6251">
                <a:moveTo>
                  <a:pt x="842" y="1"/>
                </a:moveTo>
                <a:cubicBezTo>
                  <a:pt x="549" y="1048"/>
                  <a:pt x="293" y="2099"/>
                  <a:pt x="67" y="3163"/>
                </a:cubicBezTo>
                <a:cubicBezTo>
                  <a:pt x="34" y="3316"/>
                  <a:pt x="1" y="3489"/>
                  <a:pt x="67" y="3625"/>
                </a:cubicBezTo>
                <a:cubicBezTo>
                  <a:pt x="137" y="3831"/>
                  <a:pt x="376" y="3934"/>
                  <a:pt x="603" y="3988"/>
                </a:cubicBezTo>
                <a:cubicBezTo>
                  <a:pt x="1200" y="4161"/>
                  <a:pt x="1872" y="4194"/>
                  <a:pt x="2355" y="4606"/>
                </a:cubicBezTo>
                <a:cubicBezTo>
                  <a:pt x="2627" y="4829"/>
                  <a:pt x="2833" y="5171"/>
                  <a:pt x="3159" y="5344"/>
                </a:cubicBezTo>
                <a:cubicBezTo>
                  <a:pt x="3365" y="5447"/>
                  <a:pt x="3625" y="5447"/>
                  <a:pt x="3847" y="5464"/>
                </a:cubicBezTo>
                <a:cubicBezTo>
                  <a:pt x="4655" y="5501"/>
                  <a:pt x="5447" y="5550"/>
                  <a:pt x="6251" y="5583"/>
                </a:cubicBezTo>
                <a:lnTo>
                  <a:pt x="625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8"/>
          <p:cNvSpPr/>
          <p:nvPr/>
        </p:nvSpPr>
        <p:spPr>
          <a:xfrm>
            <a:off x="4127675" y="2825700"/>
            <a:ext cx="5016319" cy="2364298"/>
          </a:xfrm>
          <a:custGeom>
            <a:rect b="b" l="l" r="r" t="t"/>
            <a:pathLst>
              <a:path extrusionOk="0" h="6604" w="8573">
                <a:moveTo>
                  <a:pt x="5789" y="1"/>
                </a:moveTo>
                <a:cubicBezTo>
                  <a:pt x="3331" y="1"/>
                  <a:pt x="117" y="1067"/>
                  <a:pt x="1" y="6604"/>
                </a:cubicBezTo>
                <a:lnTo>
                  <a:pt x="8572" y="6604"/>
                </a:lnTo>
                <a:lnTo>
                  <a:pt x="8572" y="419"/>
                </a:lnTo>
                <a:cubicBezTo>
                  <a:pt x="8572" y="419"/>
                  <a:pt x="7329" y="1"/>
                  <a:pt x="578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8"/>
          <p:cNvSpPr txBox="1"/>
          <p:nvPr>
            <p:ph type="title"/>
          </p:nvPr>
        </p:nvSpPr>
        <p:spPr>
          <a:xfrm flipH="1">
            <a:off x="4929000" y="3598300"/>
            <a:ext cx="3495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19"/>
          <p:cNvSpPr/>
          <p:nvPr/>
        </p:nvSpPr>
        <p:spPr>
          <a:xfrm>
            <a:off x="166900" y="1101674"/>
            <a:ext cx="8810193" cy="275415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19"/>
          <p:cNvSpPr txBox="1"/>
          <p:nvPr>
            <p:ph hasCustomPrompt="1" type="title"/>
          </p:nvPr>
        </p:nvSpPr>
        <p:spPr>
          <a:xfrm>
            <a:off x="1344250" y="1747950"/>
            <a:ext cx="64554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2" name="Google Shape;502;p119"/>
          <p:cNvSpPr txBox="1"/>
          <p:nvPr>
            <p:ph idx="1" type="body"/>
          </p:nvPr>
        </p:nvSpPr>
        <p:spPr>
          <a:xfrm>
            <a:off x="2340850" y="2908375"/>
            <a:ext cx="44622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21"/>
          <p:cNvSpPr/>
          <p:nvPr/>
        </p:nvSpPr>
        <p:spPr>
          <a:xfrm>
            <a:off x="457825" y="143075"/>
            <a:ext cx="8228089" cy="4857349"/>
          </a:xfrm>
          <a:custGeom>
            <a:rect b="b" l="l" r="r" t="t"/>
            <a:pathLst>
              <a:path extrusionOk="0" h="22650" w="26063">
                <a:moveTo>
                  <a:pt x="13375" y="1"/>
                </a:moveTo>
                <a:cubicBezTo>
                  <a:pt x="3971" y="1"/>
                  <a:pt x="468" y="3399"/>
                  <a:pt x="204" y="11317"/>
                </a:cubicBezTo>
                <a:cubicBezTo>
                  <a:pt x="0" y="17542"/>
                  <a:pt x="841" y="22650"/>
                  <a:pt x="13188" y="22650"/>
                </a:cubicBezTo>
                <a:cubicBezTo>
                  <a:pt x="13250" y="22650"/>
                  <a:pt x="13312" y="22650"/>
                  <a:pt x="13375" y="22650"/>
                </a:cubicBezTo>
                <a:cubicBezTo>
                  <a:pt x="22777" y="22598"/>
                  <a:pt x="25910" y="18895"/>
                  <a:pt x="25999" y="11317"/>
                </a:cubicBezTo>
                <a:cubicBezTo>
                  <a:pt x="26063" y="5062"/>
                  <a:pt x="24768" y="1"/>
                  <a:pt x="1337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1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7" name="Google Shape;507;p121"/>
          <p:cNvSpPr txBox="1"/>
          <p:nvPr>
            <p:ph idx="1" type="subTitle"/>
          </p:nvPr>
        </p:nvSpPr>
        <p:spPr>
          <a:xfrm>
            <a:off x="1520350" y="22671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8" name="Google Shape;508;p121"/>
          <p:cNvSpPr txBox="1"/>
          <p:nvPr>
            <p:ph idx="2" type="title"/>
          </p:nvPr>
        </p:nvSpPr>
        <p:spPr>
          <a:xfrm>
            <a:off x="863213" y="1833700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09" name="Google Shape;509;p121"/>
          <p:cNvSpPr txBox="1"/>
          <p:nvPr>
            <p:ph idx="3" type="title"/>
          </p:nvPr>
        </p:nvSpPr>
        <p:spPr>
          <a:xfrm>
            <a:off x="1520387" y="1309011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0" name="Google Shape;510;p121"/>
          <p:cNvSpPr txBox="1"/>
          <p:nvPr>
            <p:ph idx="4" type="subTitle"/>
          </p:nvPr>
        </p:nvSpPr>
        <p:spPr>
          <a:xfrm>
            <a:off x="5307421" y="2313342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1" name="Google Shape;511;p121"/>
          <p:cNvSpPr txBox="1"/>
          <p:nvPr>
            <p:ph idx="5" type="title"/>
          </p:nvPr>
        </p:nvSpPr>
        <p:spPr>
          <a:xfrm>
            <a:off x="4650237" y="1833700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12" name="Google Shape;512;p121"/>
          <p:cNvSpPr txBox="1"/>
          <p:nvPr>
            <p:ph idx="6" type="title"/>
          </p:nvPr>
        </p:nvSpPr>
        <p:spPr>
          <a:xfrm>
            <a:off x="5307408" y="1308948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3" name="Google Shape;513;p121"/>
          <p:cNvSpPr txBox="1"/>
          <p:nvPr>
            <p:ph idx="7" type="subTitle"/>
          </p:nvPr>
        </p:nvSpPr>
        <p:spPr>
          <a:xfrm>
            <a:off x="1520350" y="39047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4" name="Google Shape;514;p121"/>
          <p:cNvSpPr txBox="1"/>
          <p:nvPr>
            <p:ph idx="8" type="title"/>
          </p:nvPr>
        </p:nvSpPr>
        <p:spPr>
          <a:xfrm>
            <a:off x="863163" y="3471225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15" name="Google Shape;515;p121"/>
          <p:cNvSpPr txBox="1"/>
          <p:nvPr>
            <p:ph idx="9" type="title"/>
          </p:nvPr>
        </p:nvSpPr>
        <p:spPr>
          <a:xfrm>
            <a:off x="1520362" y="294648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6" name="Google Shape;516;p121"/>
          <p:cNvSpPr txBox="1"/>
          <p:nvPr>
            <p:ph idx="13" type="subTitle"/>
          </p:nvPr>
        </p:nvSpPr>
        <p:spPr>
          <a:xfrm>
            <a:off x="5307396" y="39047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7" name="Google Shape;517;p121"/>
          <p:cNvSpPr txBox="1"/>
          <p:nvPr>
            <p:ph idx="14" type="title"/>
          </p:nvPr>
        </p:nvSpPr>
        <p:spPr>
          <a:xfrm>
            <a:off x="4650215" y="3471225"/>
            <a:ext cx="36306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18" name="Google Shape;518;p121"/>
          <p:cNvSpPr txBox="1"/>
          <p:nvPr>
            <p:ph idx="15" type="title"/>
          </p:nvPr>
        </p:nvSpPr>
        <p:spPr>
          <a:xfrm>
            <a:off x="5307408" y="2946489"/>
            <a:ext cx="2316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">
  <p:cSld name="CUSTOM_7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22"/>
          <p:cNvSpPr/>
          <p:nvPr/>
        </p:nvSpPr>
        <p:spPr>
          <a:xfrm rot="-5400000">
            <a:off x="2904661" y="-1123119"/>
            <a:ext cx="3362208" cy="9171030"/>
          </a:xfrm>
          <a:custGeom>
            <a:rect b="b" l="l" r="r" t="t"/>
            <a:pathLst>
              <a:path extrusionOk="0" h="17234" w="15099">
                <a:moveTo>
                  <a:pt x="0" y="0"/>
                </a:moveTo>
                <a:lnTo>
                  <a:pt x="0" y="17197"/>
                </a:lnTo>
                <a:lnTo>
                  <a:pt x="13915" y="17234"/>
                </a:lnTo>
                <a:cubicBezTo>
                  <a:pt x="13915" y="17234"/>
                  <a:pt x="14995" y="15688"/>
                  <a:pt x="15049" y="12266"/>
                </a:cubicBezTo>
                <a:cubicBezTo>
                  <a:pt x="15098" y="6564"/>
                  <a:pt x="11816" y="0"/>
                  <a:pt x="118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2" name="Google Shape;522;p122"/>
          <p:cNvSpPr txBox="1"/>
          <p:nvPr>
            <p:ph idx="1" type="subTitle"/>
          </p:nvPr>
        </p:nvSpPr>
        <p:spPr>
          <a:xfrm>
            <a:off x="1007076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3" name="Google Shape;523;p122"/>
          <p:cNvSpPr txBox="1"/>
          <p:nvPr>
            <p:ph idx="2" type="title"/>
          </p:nvPr>
        </p:nvSpPr>
        <p:spPr>
          <a:xfrm>
            <a:off x="1007075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24" name="Google Shape;524;p122"/>
          <p:cNvSpPr txBox="1"/>
          <p:nvPr>
            <p:ph idx="3" type="subTitle"/>
          </p:nvPr>
        </p:nvSpPr>
        <p:spPr>
          <a:xfrm>
            <a:off x="6314181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5" name="Google Shape;525;p122"/>
          <p:cNvSpPr txBox="1"/>
          <p:nvPr>
            <p:ph idx="4" type="title"/>
          </p:nvPr>
        </p:nvSpPr>
        <p:spPr>
          <a:xfrm>
            <a:off x="6314176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26" name="Google Shape;526;p122"/>
          <p:cNvSpPr txBox="1"/>
          <p:nvPr>
            <p:ph idx="5" type="subTitle"/>
          </p:nvPr>
        </p:nvSpPr>
        <p:spPr>
          <a:xfrm>
            <a:off x="3642153" y="313750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7" name="Google Shape;527;p122"/>
          <p:cNvSpPr txBox="1"/>
          <p:nvPr>
            <p:ph idx="6" type="title"/>
          </p:nvPr>
        </p:nvSpPr>
        <p:spPr>
          <a:xfrm>
            <a:off x="3642146" y="2708000"/>
            <a:ext cx="18597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23"/>
          <p:cNvSpPr/>
          <p:nvPr/>
        </p:nvSpPr>
        <p:spPr>
          <a:xfrm flipH="1" rot="-5400000">
            <a:off x="4092647" y="22828"/>
            <a:ext cx="5199283" cy="5057677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3"/>
          <p:cNvSpPr txBox="1"/>
          <p:nvPr>
            <p:ph type="title"/>
          </p:nvPr>
        </p:nvSpPr>
        <p:spPr>
          <a:xfrm>
            <a:off x="720109" y="540000"/>
            <a:ext cx="3852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1" name="Google Shape;531;p123"/>
          <p:cNvSpPr txBox="1"/>
          <p:nvPr>
            <p:ph idx="1" type="subTitle"/>
          </p:nvPr>
        </p:nvSpPr>
        <p:spPr>
          <a:xfrm>
            <a:off x="720000" y="1861075"/>
            <a:ext cx="3513000" cy="27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4559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6_1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24"/>
          <p:cNvSpPr/>
          <p:nvPr/>
        </p:nvSpPr>
        <p:spPr>
          <a:xfrm>
            <a:off x="0" y="0"/>
            <a:ext cx="5494007" cy="5143505"/>
          </a:xfrm>
          <a:custGeom>
            <a:rect b="b" l="l" r="r" t="t"/>
            <a:pathLst>
              <a:path extrusionOk="0" h="12922" w="18368">
                <a:moveTo>
                  <a:pt x="0" y="1"/>
                </a:moveTo>
                <a:lnTo>
                  <a:pt x="0" y="12835"/>
                </a:lnTo>
                <a:lnTo>
                  <a:pt x="15634" y="12922"/>
                </a:lnTo>
                <a:cubicBezTo>
                  <a:pt x="15634" y="12922"/>
                  <a:pt x="18368" y="9896"/>
                  <a:pt x="16286" y="7113"/>
                </a:cubicBezTo>
                <a:cubicBezTo>
                  <a:pt x="14451" y="4639"/>
                  <a:pt x="12884" y="6944"/>
                  <a:pt x="11012" y="3542"/>
                </a:cubicBezTo>
                <a:cubicBezTo>
                  <a:pt x="9759" y="1275"/>
                  <a:pt x="7442" y="1"/>
                  <a:pt x="74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24"/>
          <p:cNvSpPr txBox="1"/>
          <p:nvPr>
            <p:ph type="title"/>
          </p:nvPr>
        </p:nvSpPr>
        <p:spPr>
          <a:xfrm>
            <a:off x="720101" y="2766875"/>
            <a:ext cx="43017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5" name="Google Shape;535;p124"/>
          <p:cNvSpPr txBox="1"/>
          <p:nvPr>
            <p:ph idx="1" type="subTitle"/>
          </p:nvPr>
        </p:nvSpPr>
        <p:spPr>
          <a:xfrm>
            <a:off x="720000" y="3718325"/>
            <a:ext cx="43017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1600">
                <a:solidFill>
                  <a:srgbClr val="261B2A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3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25"/>
          <p:cNvSpPr/>
          <p:nvPr/>
        </p:nvSpPr>
        <p:spPr>
          <a:xfrm>
            <a:off x="50" y="7225"/>
            <a:ext cx="8042521" cy="5143505"/>
          </a:xfrm>
          <a:custGeom>
            <a:rect b="b" l="l" r="r" t="t"/>
            <a:pathLst>
              <a:path extrusionOk="0" h="12922" w="18368">
                <a:moveTo>
                  <a:pt x="0" y="1"/>
                </a:moveTo>
                <a:lnTo>
                  <a:pt x="0" y="12835"/>
                </a:lnTo>
                <a:lnTo>
                  <a:pt x="15634" y="12922"/>
                </a:lnTo>
                <a:cubicBezTo>
                  <a:pt x="15634" y="12922"/>
                  <a:pt x="18368" y="9896"/>
                  <a:pt x="16286" y="7113"/>
                </a:cubicBezTo>
                <a:cubicBezTo>
                  <a:pt x="14451" y="4639"/>
                  <a:pt x="12884" y="6944"/>
                  <a:pt x="11012" y="3542"/>
                </a:cubicBezTo>
                <a:cubicBezTo>
                  <a:pt x="9759" y="1275"/>
                  <a:pt x="7442" y="1"/>
                  <a:pt x="744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25"/>
          <p:cNvSpPr txBox="1"/>
          <p:nvPr>
            <p:ph type="title"/>
          </p:nvPr>
        </p:nvSpPr>
        <p:spPr>
          <a:xfrm>
            <a:off x="720000" y="3789638"/>
            <a:ext cx="3848700" cy="3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b="0"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9" name="Google Shape;539;p125"/>
          <p:cNvSpPr txBox="1"/>
          <p:nvPr>
            <p:ph idx="1" type="subTitle"/>
          </p:nvPr>
        </p:nvSpPr>
        <p:spPr>
          <a:xfrm>
            <a:off x="720000" y="933775"/>
            <a:ext cx="4283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ecular One"/>
              <a:buNone/>
              <a:defRPr sz="3000"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Secular One"/>
              <a:buNone/>
              <a:defRPr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CUSTOM_1_1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26"/>
          <p:cNvSpPr/>
          <p:nvPr/>
        </p:nvSpPr>
        <p:spPr>
          <a:xfrm>
            <a:off x="166900" y="135925"/>
            <a:ext cx="8810193" cy="4871673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2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3" name="Google Shape;543;p126"/>
          <p:cNvSpPr txBox="1"/>
          <p:nvPr>
            <p:ph idx="1" type="subTitle"/>
          </p:nvPr>
        </p:nvSpPr>
        <p:spPr>
          <a:xfrm>
            <a:off x="724125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4" name="Google Shape;544;p126"/>
          <p:cNvSpPr txBox="1"/>
          <p:nvPr>
            <p:ph idx="2" type="title"/>
          </p:nvPr>
        </p:nvSpPr>
        <p:spPr>
          <a:xfrm>
            <a:off x="937125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45" name="Google Shape;545;p126"/>
          <p:cNvSpPr txBox="1"/>
          <p:nvPr>
            <p:ph idx="3" type="subTitle"/>
          </p:nvPr>
        </p:nvSpPr>
        <p:spPr>
          <a:xfrm>
            <a:off x="3413996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6" name="Google Shape;546;p126"/>
          <p:cNvSpPr txBox="1"/>
          <p:nvPr>
            <p:ph idx="4" type="title"/>
          </p:nvPr>
        </p:nvSpPr>
        <p:spPr>
          <a:xfrm>
            <a:off x="3627000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47" name="Google Shape;547;p126"/>
          <p:cNvSpPr txBox="1"/>
          <p:nvPr>
            <p:ph idx="5" type="subTitle"/>
          </p:nvPr>
        </p:nvSpPr>
        <p:spPr>
          <a:xfrm>
            <a:off x="6103866" y="232356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8" name="Google Shape;548;p126"/>
          <p:cNvSpPr txBox="1"/>
          <p:nvPr>
            <p:ph idx="6" type="title"/>
          </p:nvPr>
        </p:nvSpPr>
        <p:spPr>
          <a:xfrm>
            <a:off x="6316850" y="1891400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49" name="Google Shape;549;p126"/>
          <p:cNvSpPr txBox="1"/>
          <p:nvPr>
            <p:ph idx="7" type="subTitle"/>
          </p:nvPr>
        </p:nvSpPr>
        <p:spPr>
          <a:xfrm>
            <a:off x="724125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0" name="Google Shape;550;p126"/>
          <p:cNvSpPr txBox="1"/>
          <p:nvPr>
            <p:ph idx="8" type="title"/>
          </p:nvPr>
        </p:nvSpPr>
        <p:spPr>
          <a:xfrm>
            <a:off x="937125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51" name="Google Shape;551;p126"/>
          <p:cNvSpPr txBox="1"/>
          <p:nvPr>
            <p:ph idx="9" type="subTitle"/>
          </p:nvPr>
        </p:nvSpPr>
        <p:spPr>
          <a:xfrm>
            <a:off x="3413996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2" name="Google Shape;552;p126"/>
          <p:cNvSpPr txBox="1"/>
          <p:nvPr>
            <p:ph idx="13" type="title"/>
          </p:nvPr>
        </p:nvSpPr>
        <p:spPr>
          <a:xfrm>
            <a:off x="3627000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53" name="Google Shape;553;p126"/>
          <p:cNvSpPr txBox="1"/>
          <p:nvPr>
            <p:ph idx="14" type="subTitle"/>
          </p:nvPr>
        </p:nvSpPr>
        <p:spPr>
          <a:xfrm>
            <a:off x="6103866" y="388490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4" name="Google Shape;554;p126"/>
          <p:cNvSpPr txBox="1"/>
          <p:nvPr>
            <p:ph idx="15" type="title"/>
          </p:nvPr>
        </p:nvSpPr>
        <p:spPr>
          <a:xfrm>
            <a:off x="6316850" y="3452725"/>
            <a:ext cx="1890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5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27"/>
          <p:cNvSpPr/>
          <p:nvPr/>
        </p:nvSpPr>
        <p:spPr>
          <a:xfrm>
            <a:off x="51150" y="151075"/>
            <a:ext cx="9041678" cy="4841411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2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5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28"/>
          <p:cNvSpPr/>
          <p:nvPr/>
        </p:nvSpPr>
        <p:spPr>
          <a:xfrm rot="4849900">
            <a:off x="2823308" y="-577668"/>
            <a:ext cx="4425355" cy="6941137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5_2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2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3" name="Google Shape;563;p129"/>
          <p:cNvSpPr/>
          <p:nvPr/>
        </p:nvSpPr>
        <p:spPr>
          <a:xfrm>
            <a:off x="0" y="4056150"/>
            <a:ext cx="9144014" cy="1087349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5_2_1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30"/>
          <p:cNvSpPr/>
          <p:nvPr/>
        </p:nvSpPr>
        <p:spPr>
          <a:xfrm rot="10800000">
            <a:off x="15" y="2303481"/>
            <a:ext cx="9185310" cy="2840020"/>
          </a:xfrm>
          <a:custGeom>
            <a:rect b="b" l="l" r="r" t="t"/>
            <a:pathLst>
              <a:path extrusionOk="0" h="4473" w="12333">
                <a:moveTo>
                  <a:pt x="17" y="0"/>
                </a:moveTo>
                <a:lnTo>
                  <a:pt x="33" y="4041"/>
                </a:lnTo>
                <a:cubicBezTo>
                  <a:pt x="0" y="4090"/>
                  <a:pt x="602" y="4280"/>
                  <a:pt x="652" y="4297"/>
                </a:cubicBezTo>
                <a:cubicBezTo>
                  <a:pt x="775" y="4335"/>
                  <a:pt x="897" y="4355"/>
                  <a:pt x="1019" y="4355"/>
                </a:cubicBezTo>
                <a:cubicBezTo>
                  <a:pt x="1221" y="4355"/>
                  <a:pt x="1420" y="4301"/>
                  <a:pt x="1612" y="4193"/>
                </a:cubicBezTo>
                <a:cubicBezTo>
                  <a:pt x="2198" y="3868"/>
                  <a:pt x="2577" y="3282"/>
                  <a:pt x="3159" y="2940"/>
                </a:cubicBezTo>
                <a:cubicBezTo>
                  <a:pt x="3576" y="2709"/>
                  <a:pt x="4037" y="2592"/>
                  <a:pt x="4498" y="2592"/>
                </a:cubicBezTo>
                <a:cubicBezTo>
                  <a:pt x="4893" y="2592"/>
                  <a:pt x="5287" y="2678"/>
                  <a:pt x="5653" y="2854"/>
                </a:cubicBezTo>
                <a:cubicBezTo>
                  <a:pt x="6131" y="3093"/>
                  <a:pt x="6494" y="3455"/>
                  <a:pt x="6906" y="3781"/>
                </a:cubicBezTo>
                <a:cubicBezTo>
                  <a:pt x="7302" y="4107"/>
                  <a:pt x="7817" y="4433"/>
                  <a:pt x="8333" y="4470"/>
                </a:cubicBezTo>
                <a:cubicBezTo>
                  <a:pt x="8363" y="4472"/>
                  <a:pt x="8393" y="4472"/>
                  <a:pt x="8423" y="4472"/>
                </a:cubicBezTo>
                <a:cubicBezTo>
                  <a:pt x="9185" y="4472"/>
                  <a:pt x="9795" y="3880"/>
                  <a:pt x="10291" y="3352"/>
                </a:cubicBezTo>
                <a:cubicBezTo>
                  <a:pt x="10786" y="2783"/>
                  <a:pt x="11252" y="2186"/>
                  <a:pt x="11648" y="1547"/>
                </a:cubicBezTo>
                <a:cubicBezTo>
                  <a:pt x="11837" y="1221"/>
                  <a:pt x="12006" y="879"/>
                  <a:pt x="12147" y="536"/>
                </a:cubicBezTo>
                <a:cubicBezTo>
                  <a:pt x="12212" y="380"/>
                  <a:pt x="12332" y="0"/>
                  <a:pt x="1233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3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5_2_1_1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1"/>
          <p:cNvSpPr/>
          <p:nvPr/>
        </p:nvSpPr>
        <p:spPr>
          <a:xfrm>
            <a:off x="166900" y="135925"/>
            <a:ext cx="8977099" cy="4878125"/>
          </a:xfrm>
          <a:custGeom>
            <a:rect b="b" l="l" r="r" t="t"/>
            <a:pathLst>
              <a:path extrusionOk="0" h="22839" w="29898">
                <a:moveTo>
                  <a:pt x="12862" y="0"/>
                </a:moveTo>
                <a:cubicBezTo>
                  <a:pt x="11865" y="0"/>
                  <a:pt x="10869" y="18"/>
                  <a:pt x="9874" y="54"/>
                </a:cubicBezTo>
                <a:cubicBezTo>
                  <a:pt x="5534" y="221"/>
                  <a:pt x="1399" y="2073"/>
                  <a:pt x="802" y="6882"/>
                </a:cubicBezTo>
                <a:cubicBezTo>
                  <a:pt x="409" y="10079"/>
                  <a:pt x="1" y="13265"/>
                  <a:pt x="345" y="16514"/>
                </a:cubicBezTo>
                <a:cubicBezTo>
                  <a:pt x="509" y="18174"/>
                  <a:pt x="762" y="20814"/>
                  <a:pt x="2425" y="21728"/>
                </a:cubicBezTo>
                <a:cubicBezTo>
                  <a:pt x="2857" y="21957"/>
                  <a:pt x="3351" y="22057"/>
                  <a:pt x="3835" y="22133"/>
                </a:cubicBezTo>
                <a:cubicBezTo>
                  <a:pt x="7261" y="22680"/>
                  <a:pt x="10781" y="22839"/>
                  <a:pt x="14294" y="22839"/>
                </a:cubicBezTo>
                <a:cubicBezTo>
                  <a:pt x="16259" y="22839"/>
                  <a:pt x="18222" y="22789"/>
                  <a:pt x="20165" y="22730"/>
                </a:cubicBezTo>
                <a:cubicBezTo>
                  <a:pt x="20673" y="22718"/>
                  <a:pt x="21179" y="22706"/>
                  <a:pt x="21700" y="22666"/>
                </a:cubicBezTo>
                <a:cubicBezTo>
                  <a:pt x="22717" y="22605"/>
                  <a:pt x="23719" y="22465"/>
                  <a:pt x="24681" y="22173"/>
                </a:cubicBezTo>
                <a:cubicBezTo>
                  <a:pt x="26143" y="21716"/>
                  <a:pt x="27526" y="20839"/>
                  <a:pt x="28275" y="19520"/>
                </a:cubicBezTo>
                <a:cubicBezTo>
                  <a:pt x="28997" y="18250"/>
                  <a:pt x="29073" y="16728"/>
                  <a:pt x="29124" y="15269"/>
                </a:cubicBezTo>
                <a:cubicBezTo>
                  <a:pt x="29237" y="12263"/>
                  <a:pt x="29898" y="9053"/>
                  <a:pt x="29213" y="6068"/>
                </a:cubicBezTo>
                <a:cubicBezTo>
                  <a:pt x="28756" y="4028"/>
                  <a:pt x="27309" y="2237"/>
                  <a:pt x="25406" y="1363"/>
                </a:cubicBezTo>
                <a:cubicBezTo>
                  <a:pt x="24163" y="791"/>
                  <a:pt x="22765" y="602"/>
                  <a:pt x="21407" y="450"/>
                </a:cubicBezTo>
                <a:cubicBezTo>
                  <a:pt x="18568" y="147"/>
                  <a:pt x="15714" y="0"/>
                  <a:pt x="128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3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32"/>
          <p:cNvSpPr/>
          <p:nvPr/>
        </p:nvSpPr>
        <p:spPr>
          <a:xfrm>
            <a:off x="3409400" y="203750"/>
            <a:ext cx="5449643" cy="4736002"/>
          </a:xfrm>
          <a:custGeom>
            <a:rect b="b" l="l" r="r" t="t"/>
            <a:pathLst>
              <a:path extrusionOk="0" h="22650" w="26063">
                <a:moveTo>
                  <a:pt x="13375" y="1"/>
                </a:moveTo>
                <a:cubicBezTo>
                  <a:pt x="3971" y="1"/>
                  <a:pt x="468" y="3399"/>
                  <a:pt x="204" y="11317"/>
                </a:cubicBezTo>
                <a:cubicBezTo>
                  <a:pt x="0" y="17542"/>
                  <a:pt x="841" y="22650"/>
                  <a:pt x="13188" y="22650"/>
                </a:cubicBezTo>
                <a:cubicBezTo>
                  <a:pt x="13250" y="22650"/>
                  <a:pt x="13312" y="22650"/>
                  <a:pt x="13375" y="22650"/>
                </a:cubicBezTo>
                <a:cubicBezTo>
                  <a:pt x="22777" y="22598"/>
                  <a:pt x="25910" y="18895"/>
                  <a:pt x="25999" y="11317"/>
                </a:cubicBezTo>
                <a:cubicBezTo>
                  <a:pt x="26063" y="5062"/>
                  <a:pt x="24768" y="1"/>
                  <a:pt x="1337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32"/>
          <p:cNvSpPr txBox="1"/>
          <p:nvPr>
            <p:ph type="title"/>
          </p:nvPr>
        </p:nvSpPr>
        <p:spPr>
          <a:xfrm>
            <a:off x="3910425" y="739225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573" name="Google Shape;573;p132"/>
          <p:cNvSpPr txBox="1"/>
          <p:nvPr>
            <p:ph idx="1" type="subTitle"/>
          </p:nvPr>
        </p:nvSpPr>
        <p:spPr>
          <a:xfrm>
            <a:off x="3910386" y="1531513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574" name="Google Shape;574;p132"/>
          <p:cNvSpPr txBox="1"/>
          <p:nvPr>
            <p:ph idx="2" type="title"/>
          </p:nvPr>
        </p:nvSpPr>
        <p:spPr>
          <a:xfrm>
            <a:off x="3910500" y="2005175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575" name="Google Shape;575;p132"/>
          <p:cNvSpPr txBox="1"/>
          <p:nvPr>
            <p:ph idx="3" type="subTitle"/>
          </p:nvPr>
        </p:nvSpPr>
        <p:spPr>
          <a:xfrm>
            <a:off x="3910362" y="2797525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576" name="Google Shape;576;p132"/>
          <p:cNvSpPr txBox="1"/>
          <p:nvPr>
            <p:ph idx="4" type="title"/>
          </p:nvPr>
        </p:nvSpPr>
        <p:spPr>
          <a:xfrm>
            <a:off x="3910500" y="3271187"/>
            <a:ext cx="45135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577" name="Google Shape;577;p132"/>
          <p:cNvSpPr txBox="1"/>
          <p:nvPr>
            <p:ph idx="5" type="subTitle"/>
          </p:nvPr>
        </p:nvSpPr>
        <p:spPr>
          <a:xfrm>
            <a:off x="3910386" y="4063537"/>
            <a:ext cx="45135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0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33"/>
          <p:cNvSpPr/>
          <p:nvPr/>
        </p:nvSpPr>
        <p:spPr>
          <a:xfrm>
            <a:off x="7040425" y="2348287"/>
            <a:ext cx="3432576" cy="3786002"/>
          </a:xfrm>
          <a:custGeom>
            <a:rect b="b" l="l" r="r" t="t"/>
            <a:pathLst>
              <a:path extrusionOk="0" h="3053" w="2768">
                <a:moveTo>
                  <a:pt x="1235" y="0"/>
                </a:moveTo>
                <a:cubicBezTo>
                  <a:pt x="1095" y="0"/>
                  <a:pt x="976" y="120"/>
                  <a:pt x="896" y="440"/>
                </a:cubicBezTo>
                <a:cubicBezTo>
                  <a:pt x="689" y="1265"/>
                  <a:pt x="1" y="1710"/>
                  <a:pt x="343" y="2432"/>
                </a:cubicBezTo>
                <a:cubicBezTo>
                  <a:pt x="568" y="2881"/>
                  <a:pt x="861" y="3053"/>
                  <a:pt x="1170" y="3053"/>
                </a:cubicBezTo>
                <a:cubicBezTo>
                  <a:pt x="1571" y="3053"/>
                  <a:pt x="1999" y="2764"/>
                  <a:pt x="2339" y="2415"/>
                </a:cubicBezTo>
                <a:cubicBezTo>
                  <a:pt x="2545" y="2209"/>
                  <a:pt x="2751" y="1916"/>
                  <a:pt x="2751" y="1607"/>
                </a:cubicBezTo>
                <a:cubicBezTo>
                  <a:pt x="2767" y="1298"/>
                  <a:pt x="2491" y="1059"/>
                  <a:pt x="2268" y="853"/>
                </a:cubicBezTo>
                <a:cubicBezTo>
                  <a:pt x="1939" y="559"/>
                  <a:pt x="1537" y="0"/>
                  <a:pt x="12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33"/>
          <p:cNvSpPr/>
          <p:nvPr/>
        </p:nvSpPr>
        <p:spPr>
          <a:xfrm rot="5400000">
            <a:off x="-1053656" y="971259"/>
            <a:ext cx="4389629" cy="2367597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33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2" name="Google Shape;582;p133"/>
          <p:cNvSpPr txBox="1"/>
          <p:nvPr>
            <p:ph idx="1" type="subTitle"/>
          </p:nvPr>
        </p:nvSpPr>
        <p:spPr>
          <a:xfrm>
            <a:off x="1884850" y="210511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3" name="Google Shape;583;p133"/>
          <p:cNvSpPr txBox="1"/>
          <p:nvPr>
            <p:ph idx="2" type="title"/>
          </p:nvPr>
        </p:nvSpPr>
        <p:spPr>
          <a:xfrm>
            <a:off x="1764900" y="1669823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84" name="Google Shape;584;p133"/>
          <p:cNvSpPr txBox="1"/>
          <p:nvPr>
            <p:ph idx="3" type="subTitle"/>
          </p:nvPr>
        </p:nvSpPr>
        <p:spPr>
          <a:xfrm>
            <a:off x="4943446" y="2105117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642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5" name="Google Shape;585;p133"/>
          <p:cNvSpPr txBox="1"/>
          <p:nvPr>
            <p:ph idx="4" type="title"/>
          </p:nvPr>
        </p:nvSpPr>
        <p:spPr>
          <a:xfrm>
            <a:off x="4823500" y="1669823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86" name="Google Shape;586;p133"/>
          <p:cNvSpPr txBox="1"/>
          <p:nvPr>
            <p:ph idx="5" type="subTitle"/>
          </p:nvPr>
        </p:nvSpPr>
        <p:spPr>
          <a:xfrm>
            <a:off x="1884749" y="361455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23369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7" name="Google Shape;587;p133"/>
          <p:cNvSpPr txBox="1"/>
          <p:nvPr>
            <p:ph idx="6" type="title"/>
          </p:nvPr>
        </p:nvSpPr>
        <p:spPr>
          <a:xfrm>
            <a:off x="1764800" y="3179249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588" name="Google Shape;588;p133"/>
          <p:cNvSpPr txBox="1"/>
          <p:nvPr>
            <p:ph idx="7" type="subTitle"/>
          </p:nvPr>
        </p:nvSpPr>
        <p:spPr>
          <a:xfrm>
            <a:off x="4943447" y="3614558"/>
            <a:ext cx="23160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7357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9" name="Google Shape;589;p133"/>
          <p:cNvSpPr txBox="1"/>
          <p:nvPr>
            <p:ph idx="8" type="title"/>
          </p:nvPr>
        </p:nvSpPr>
        <p:spPr>
          <a:xfrm>
            <a:off x="4823500" y="3179249"/>
            <a:ext cx="2555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34"/>
          <p:cNvSpPr/>
          <p:nvPr/>
        </p:nvSpPr>
        <p:spPr>
          <a:xfrm>
            <a:off x="0" y="3040325"/>
            <a:ext cx="9144014" cy="210318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34"/>
          <p:cNvSpPr txBox="1"/>
          <p:nvPr>
            <p:ph type="title"/>
          </p:nvPr>
        </p:nvSpPr>
        <p:spPr>
          <a:xfrm>
            <a:off x="3214775" y="1163875"/>
            <a:ext cx="27147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3" name="Google Shape;593;p134"/>
          <p:cNvSpPr txBox="1"/>
          <p:nvPr>
            <p:ph idx="1" type="subTitle"/>
          </p:nvPr>
        </p:nvSpPr>
        <p:spPr>
          <a:xfrm>
            <a:off x="3214775" y="1811701"/>
            <a:ext cx="27147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9_1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35"/>
          <p:cNvSpPr/>
          <p:nvPr/>
        </p:nvSpPr>
        <p:spPr>
          <a:xfrm rot="10800000">
            <a:off x="-1047739" y="2647953"/>
            <a:ext cx="11239489" cy="2495547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35"/>
          <p:cNvSpPr txBox="1"/>
          <p:nvPr>
            <p:ph type="title"/>
          </p:nvPr>
        </p:nvSpPr>
        <p:spPr>
          <a:xfrm>
            <a:off x="1946250" y="540000"/>
            <a:ext cx="52515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97" name="Google Shape;597;p135"/>
          <p:cNvSpPr txBox="1"/>
          <p:nvPr>
            <p:ph idx="1" type="subTitle"/>
          </p:nvPr>
        </p:nvSpPr>
        <p:spPr>
          <a:xfrm>
            <a:off x="1946225" y="4156300"/>
            <a:ext cx="52515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2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36"/>
          <p:cNvSpPr/>
          <p:nvPr/>
        </p:nvSpPr>
        <p:spPr>
          <a:xfrm>
            <a:off x="3622175" y="188450"/>
            <a:ext cx="5091027" cy="4766597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36"/>
          <p:cNvSpPr txBox="1"/>
          <p:nvPr>
            <p:ph idx="1" type="subTitle"/>
          </p:nvPr>
        </p:nvSpPr>
        <p:spPr>
          <a:xfrm>
            <a:off x="1261950" y="2227225"/>
            <a:ext cx="2768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1" name="Google Shape;601;p136"/>
          <p:cNvSpPr txBox="1"/>
          <p:nvPr>
            <p:ph type="title"/>
          </p:nvPr>
        </p:nvSpPr>
        <p:spPr>
          <a:xfrm>
            <a:off x="1261950" y="1793175"/>
            <a:ext cx="2768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02" name="Google Shape;602;p136"/>
          <p:cNvSpPr txBox="1"/>
          <p:nvPr>
            <p:ph idx="2" type="subTitle"/>
          </p:nvPr>
        </p:nvSpPr>
        <p:spPr>
          <a:xfrm>
            <a:off x="5113925" y="2227225"/>
            <a:ext cx="27681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3" name="Google Shape;603;p136"/>
          <p:cNvSpPr txBox="1"/>
          <p:nvPr>
            <p:ph idx="3" type="title"/>
          </p:nvPr>
        </p:nvSpPr>
        <p:spPr>
          <a:xfrm>
            <a:off x="5113925" y="1793175"/>
            <a:ext cx="2768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7_1"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37"/>
          <p:cNvSpPr/>
          <p:nvPr/>
        </p:nvSpPr>
        <p:spPr>
          <a:xfrm>
            <a:off x="0" y="3825699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3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7" name="Google Shape;607;p137"/>
          <p:cNvSpPr txBox="1"/>
          <p:nvPr>
            <p:ph idx="1" type="subTitle"/>
          </p:nvPr>
        </p:nvSpPr>
        <p:spPr>
          <a:xfrm>
            <a:off x="1362563" y="362555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8" name="Google Shape;608;p137"/>
          <p:cNvSpPr txBox="1"/>
          <p:nvPr>
            <p:ph idx="2" type="title"/>
          </p:nvPr>
        </p:nvSpPr>
        <p:spPr>
          <a:xfrm>
            <a:off x="1362563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09" name="Google Shape;609;p137"/>
          <p:cNvSpPr txBox="1"/>
          <p:nvPr>
            <p:ph idx="3" type="subTitle"/>
          </p:nvPr>
        </p:nvSpPr>
        <p:spPr>
          <a:xfrm>
            <a:off x="5943926" y="3625550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0" name="Google Shape;610;p137"/>
          <p:cNvSpPr txBox="1"/>
          <p:nvPr>
            <p:ph idx="4" type="title"/>
          </p:nvPr>
        </p:nvSpPr>
        <p:spPr>
          <a:xfrm>
            <a:off x="5943926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11" name="Google Shape;611;p137"/>
          <p:cNvSpPr txBox="1"/>
          <p:nvPr>
            <p:ph idx="5" type="subTitle"/>
          </p:nvPr>
        </p:nvSpPr>
        <p:spPr>
          <a:xfrm>
            <a:off x="3642138" y="36255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2" name="Google Shape;612;p137"/>
          <p:cNvSpPr txBox="1"/>
          <p:nvPr>
            <p:ph idx="6" type="title"/>
          </p:nvPr>
        </p:nvSpPr>
        <p:spPr>
          <a:xfrm>
            <a:off x="3642138" y="3193183"/>
            <a:ext cx="1859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7_1_2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38"/>
          <p:cNvSpPr/>
          <p:nvPr/>
        </p:nvSpPr>
        <p:spPr>
          <a:xfrm rot="10800000">
            <a:off x="-318891" y="4134829"/>
            <a:ext cx="9783216" cy="1058721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38"/>
          <p:cNvSpPr/>
          <p:nvPr/>
        </p:nvSpPr>
        <p:spPr>
          <a:xfrm rot="10800000">
            <a:off x="5894650" y="-6012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3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138"/>
          <p:cNvSpPr txBox="1"/>
          <p:nvPr>
            <p:ph idx="1" type="subTitle"/>
          </p:nvPr>
        </p:nvSpPr>
        <p:spPr>
          <a:xfrm>
            <a:off x="1002276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8" name="Google Shape;618;p138"/>
          <p:cNvSpPr txBox="1"/>
          <p:nvPr>
            <p:ph idx="2" type="title"/>
          </p:nvPr>
        </p:nvSpPr>
        <p:spPr>
          <a:xfrm>
            <a:off x="1002275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19" name="Google Shape;619;p138"/>
          <p:cNvSpPr txBox="1"/>
          <p:nvPr>
            <p:ph idx="3" type="subTitle"/>
          </p:nvPr>
        </p:nvSpPr>
        <p:spPr>
          <a:xfrm>
            <a:off x="6314181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0" name="Google Shape;620;p138"/>
          <p:cNvSpPr txBox="1"/>
          <p:nvPr>
            <p:ph idx="4" type="title"/>
          </p:nvPr>
        </p:nvSpPr>
        <p:spPr>
          <a:xfrm>
            <a:off x="6314175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21" name="Google Shape;621;p138"/>
          <p:cNvSpPr txBox="1"/>
          <p:nvPr>
            <p:ph idx="5" type="subTitle"/>
          </p:nvPr>
        </p:nvSpPr>
        <p:spPr>
          <a:xfrm>
            <a:off x="3658224" y="3194125"/>
            <a:ext cx="1859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2" name="Google Shape;622;p138"/>
          <p:cNvSpPr txBox="1"/>
          <p:nvPr>
            <p:ph idx="6" type="title"/>
          </p:nvPr>
        </p:nvSpPr>
        <p:spPr>
          <a:xfrm>
            <a:off x="3658220" y="2885523"/>
            <a:ext cx="18597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7_1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9"/>
          <p:cNvSpPr/>
          <p:nvPr/>
        </p:nvSpPr>
        <p:spPr>
          <a:xfrm>
            <a:off x="-50075" y="340887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39"/>
          <p:cNvSpPr/>
          <p:nvPr/>
        </p:nvSpPr>
        <p:spPr>
          <a:xfrm rot="10800000">
            <a:off x="5894650" y="-60125"/>
            <a:ext cx="3282388" cy="1770394"/>
          </a:xfrm>
          <a:custGeom>
            <a:rect b="b" l="l" r="r" t="t"/>
            <a:pathLst>
              <a:path extrusionOk="0" h="5440" w="10086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3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7" name="Google Shape;627;p139"/>
          <p:cNvSpPr txBox="1"/>
          <p:nvPr>
            <p:ph idx="1" type="subTitle"/>
          </p:nvPr>
        </p:nvSpPr>
        <p:spPr>
          <a:xfrm>
            <a:off x="2247856" y="1720350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8" name="Google Shape;628;p139"/>
          <p:cNvSpPr txBox="1"/>
          <p:nvPr>
            <p:ph idx="2" type="title"/>
          </p:nvPr>
        </p:nvSpPr>
        <p:spPr>
          <a:xfrm>
            <a:off x="2007300" y="1292813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29" name="Google Shape;629;p139"/>
          <p:cNvSpPr txBox="1"/>
          <p:nvPr>
            <p:ph idx="3" type="subTitle"/>
          </p:nvPr>
        </p:nvSpPr>
        <p:spPr>
          <a:xfrm>
            <a:off x="2247869" y="3953023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0" name="Google Shape;630;p139"/>
          <p:cNvSpPr txBox="1"/>
          <p:nvPr>
            <p:ph idx="4" type="title"/>
          </p:nvPr>
        </p:nvSpPr>
        <p:spPr>
          <a:xfrm>
            <a:off x="2007300" y="3525496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  <p:sp>
        <p:nvSpPr>
          <p:cNvPr id="631" name="Google Shape;631;p139"/>
          <p:cNvSpPr txBox="1"/>
          <p:nvPr>
            <p:ph idx="5" type="subTitle"/>
          </p:nvPr>
        </p:nvSpPr>
        <p:spPr>
          <a:xfrm>
            <a:off x="2247850" y="2869499"/>
            <a:ext cx="46482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2" name="Google Shape;632;p139"/>
          <p:cNvSpPr txBox="1"/>
          <p:nvPr>
            <p:ph idx="6" type="title"/>
          </p:nvPr>
        </p:nvSpPr>
        <p:spPr>
          <a:xfrm>
            <a:off x="2007300" y="2441967"/>
            <a:ext cx="51294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atrick Hand"/>
              <a:buNone/>
              <a:defRPr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40"/>
          <p:cNvSpPr/>
          <p:nvPr/>
        </p:nvSpPr>
        <p:spPr>
          <a:xfrm>
            <a:off x="0" y="0"/>
            <a:ext cx="4906115" cy="5143495"/>
          </a:xfrm>
          <a:custGeom>
            <a:rect b="b" l="l" r="r" t="t"/>
            <a:pathLst>
              <a:path extrusionOk="0" h="9896" w="12902">
                <a:moveTo>
                  <a:pt x="1" y="1"/>
                </a:moveTo>
                <a:lnTo>
                  <a:pt x="1" y="9895"/>
                </a:lnTo>
                <a:lnTo>
                  <a:pt x="12885" y="9895"/>
                </a:lnTo>
                <a:cubicBezTo>
                  <a:pt x="12901" y="9500"/>
                  <a:pt x="12852" y="9120"/>
                  <a:pt x="12678" y="8762"/>
                </a:cubicBezTo>
                <a:cubicBezTo>
                  <a:pt x="12472" y="8366"/>
                  <a:pt x="12114" y="8073"/>
                  <a:pt x="11821" y="7747"/>
                </a:cubicBezTo>
                <a:cubicBezTo>
                  <a:pt x="10687" y="6527"/>
                  <a:pt x="10155" y="4878"/>
                  <a:pt x="9656" y="3282"/>
                </a:cubicBezTo>
                <a:cubicBezTo>
                  <a:pt x="9310" y="2198"/>
                  <a:pt x="8968" y="1101"/>
                  <a:pt x="865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140"/>
          <p:cNvSpPr txBox="1"/>
          <p:nvPr>
            <p:ph idx="1" type="subTitle"/>
          </p:nvPr>
        </p:nvSpPr>
        <p:spPr>
          <a:xfrm>
            <a:off x="4565650" y="1722575"/>
            <a:ext cx="3852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6" name="Google Shape;636;p140"/>
          <p:cNvSpPr txBox="1"/>
          <p:nvPr>
            <p:ph type="ctrTitle"/>
          </p:nvPr>
        </p:nvSpPr>
        <p:spPr>
          <a:xfrm flipH="1">
            <a:off x="4572000" y="887075"/>
            <a:ext cx="38520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7" name="Google Shape;637;p140"/>
          <p:cNvSpPr txBox="1"/>
          <p:nvPr/>
        </p:nvSpPr>
        <p:spPr>
          <a:xfrm>
            <a:off x="4940088" y="3779450"/>
            <a:ext cx="31158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including icons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i="0" lang="en-GB" sz="10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GB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2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41"/>
          <p:cNvSpPr/>
          <p:nvPr/>
        </p:nvSpPr>
        <p:spPr>
          <a:xfrm>
            <a:off x="0" y="3825699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41"/>
          <p:cNvSpPr/>
          <p:nvPr/>
        </p:nvSpPr>
        <p:spPr>
          <a:xfrm flipH="1" rot="10800000">
            <a:off x="0" y="-1"/>
            <a:ext cx="9144014" cy="1317792"/>
          </a:xfrm>
          <a:custGeom>
            <a:rect b="b" l="l" r="r" t="t"/>
            <a:pathLst>
              <a:path extrusionOk="0" h="6391" w="17647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_1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42"/>
          <p:cNvSpPr/>
          <p:nvPr/>
        </p:nvSpPr>
        <p:spPr>
          <a:xfrm rot="-5400000">
            <a:off x="-2360885" y="2096129"/>
            <a:ext cx="6272886" cy="1551096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42"/>
          <p:cNvSpPr/>
          <p:nvPr/>
        </p:nvSpPr>
        <p:spPr>
          <a:xfrm rot="5400000">
            <a:off x="5232015" y="2096129"/>
            <a:ext cx="6272886" cy="1551096"/>
          </a:xfrm>
          <a:custGeom>
            <a:rect b="b" l="l" r="r" t="t"/>
            <a:pathLst>
              <a:path extrusionOk="0" h="3352" w="13416">
                <a:moveTo>
                  <a:pt x="0" y="0"/>
                </a:moveTo>
                <a:cubicBezTo>
                  <a:pt x="87" y="841"/>
                  <a:pt x="256" y="1666"/>
                  <a:pt x="396" y="2474"/>
                </a:cubicBezTo>
                <a:cubicBezTo>
                  <a:pt x="429" y="2647"/>
                  <a:pt x="462" y="2837"/>
                  <a:pt x="581" y="2973"/>
                </a:cubicBezTo>
                <a:cubicBezTo>
                  <a:pt x="705" y="3109"/>
                  <a:pt x="891" y="3162"/>
                  <a:pt x="1064" y="3212"/>
                </a:cubicBezTo>
                <a:cubicBezTo>
                  <a:pt x="1509" y="3315"/>
                  <a:pt x="1975" y="3331"/>
                  <a:pt x="2437" y="3352"/>
                </a:cubicBezTo>
                <a:cubicBezTo>
                  <a:pt x="3451" y="3352"/>
                  <a:pt x="4482" y="3249"/>
                  <a:pt x="5496" y="3146"/>
                </a:cubicBezTo>
                <a:cubicBezTo>
                  <a:pt x="6700" y="3006"/>
                  <a:pt x="7900" y="2853"/>
                  <a:pt x="9103" y="2696"/>
                </a:cubicBezTo>
                <a:cubicBezTo>
                  <a:pt x="9808" y="2610"/>
                  <a:pt x="10530" y="2527"/>
                  <a:pt x="11235" y="2424"/>
                </a:cubicBezTo>
                <a:cubicBezTo>
                  <a:pt x="11561" y="2371"/>
                  <a:pt x="11903" y="2321"/>
                  <a:pt x="12196" y="2148"/>
                </a:cubicBezTo>
                <a:cubicBezTo>
                  <a:pt x="12847" y="1769"/>
                  <a:pt x="13210" y="792"/>
                  <a:pt x="13399" y="103"/>
                </a:cubicBezTo>
                <a:cubicBezTo>
                  <a:pt x="13399" y="70"/>
                  <a:pt x="13416" y="33"/>
                  <a:pt x="1341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2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43"/>
          <p:cNvSpPr/>
          <p:nvPr/>
        </p:nvSpPr>
        <p:spPr>
          <a:xfrm rot="-4499998">
            <a:off x="6327051" y="3814403"/>
            <a:ext cx="5091025" cy="4766595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43"/>
          <p:cNvSpPr/>
          <p:nvPr/>
        </p:nvSpPr>
        <p:spPr>
          <a:xfrm rot="-9899998">
            <a:off x="-2398947" y="-2164598"/>
            <a:ext cx="5091025" cy="4766595"/>
          </a:xfrm>
          <a:custGeom>
            <a:rect b="b" l="l" r="r" t="t"/>
            <a:pathLst>
              <a:path extrusionOk="0" h="2718" w="2903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5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36" Type="http://schemas.openxmlformats.org/officeDocument/2006/relationships/theme" Target="../theme/theme5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105.xml"/><Relationship Id="rId23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26" Type="http://schemas.openxmlformats.org/officeDocument/2006/relationships/slideLayout" Target="../slideLayouts/slideLayout107.xml"/><Relationship Id="rId25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12.xml"/><Relationship Id="rId30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91.xml"/><Relationship Id="rId32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94.xml"/><Relationship Id="rId35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93.xml"/><Relationship Id="rId34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95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9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ecular One"/>
              <a:buNone/>
              <a:defRPr b="1" i="0" sz="3000" u="none" cap="none" strike="noStrike"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ecular One"/>
              <a:buNone/>
              <a:defRPr b="1" i="0" sz="3000" u="none" cap="none" strike="noStrike"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  <p:sldLayoutId id="2147483731" r:id="rId35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ecular One"/>
              <a:buNone/>
              <a:defRPr b="1" i="0" sz="3000" u="none" cap="none" strike="noStrike">
                <a:solidFill>
                  <a:schemeClr val="accent6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9" name="Google Shape;449;p36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  <p:sldLayoutId id="2147483762" r:id="rId30"/>
    <p:sldLayoutId id="2147483763" r:id="rId31"/>
    <p:sldLayoutId id="2147483764" r:id="rId32"/>
    <p:sldLayoutId id="2147483765" r:id="rId33"/>
    <p:sldLayoutId id="2147483766" r:id="rId34"/>
    <p:sldLayoutId id="2147483767" r:id="rId35"/>
  </p:sldLayoutIdLst>
  <mc:AlternateContent>
    <mc:Choice Requires="p14">
      <p:transition spd="slow" p14:dur="7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5.jp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uQgX8w5hOTWlakAAUkmGGZz8BPZTTFDk/view" TargetMode="External"/><Relationship Id="rId4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hyperlink" Target="http://drive.google.com/file/d/1Z8iXFLuAY5t08omSUQZQHS4MELFjwRvh/view" TargetMode="External"/><Relationship Id="rId5" Type="http://schemas.openxmlformats.org/officeDocument/2006/relationships/image" Target="../media/image2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35.png"/><Relationship Id="rId6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2.png"/><Relationship Id="rId6" Type="http://schemas.openxmlformats.org/officeDocument/2006/relationships/image" Target="../media/image4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48.jpg"/><Relationship Id="rId5" Type="http://schemas.openxmlformats.org/officeDocument/2006/relationships/image" Target="../media/image4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Relationship Id="rId4" Type="http://schemas.openxmlformats.org/officeDocument/2006/relationships/image" Target="../media/image47.jpg"/><Relationship Id="rId5" Type="http://schemas.openxmlformats.org/officeDocument/2006/relationships/image" Target="../media/image42.png"/><Relationship Id="rId6" Type="http://schemas.openxmlformats.org/officeDocument/2006/relationships/image" Target="../media/image4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"/>
          <p:cNvSpPr/>
          <p:nvPr/>
        </p:nvSpPr>
        <p:spPr>
          <a:xfrm>
            <a:off x="6628264" y="4637401"/>
            <a:ext cx="23704" cy="474"/>
          </a:xfrm>
          <a:custGeom>
            <a:rect b="b" l="l" r="r" t="t"/>
            <a:pathLst>
              <a:path extrusionOk="0" h="1" w="50">
                <a:moveTo>
                  <a:pt x="37" y="0"/>
                </a:moveTo>
                <a:lnTo>
                  <a:pt x="49" y="0"/>
                </a:lnTo>
                <a:lnTo>
                  <a:pt x="37" y="0"/>
                </a:lnTo>
                <a:close/>
                <a:moveTo>
                  <a:pt x="37" y="0"/>
                </a:moveTo>
                <a:lnTo>
                  <a:pt x="37" y="0"/>
                </a:lnTo>
                <a:lnTo>
                  <a:pt x="37" y="0"/>
                </a:lnTo>
                <a:close/>
                <a:moveTo>
                  <a:pt x="25" y="0"/>
                </a:moveTo>
                <a:lnTo>
                  <a:pt x="25" y="0"/>
                </a:lnTo>
                <a:lnTo>
                  <a:pt x="25" y="0"/>
                </a:lnTo>
                <a:close/>
                <a:moveTo>
                  <a:pt x="25" y="0"/>
                </a:moveTo>
                <a:lnTo>
                  <a:pt x="25" y="0"/>
                </a:lnTo>
                <a:lnTo>
                  <a:pt x="25" y="0"/>
                </a:lnTo>
                <a:close/>
                <a:moveTo>
                  <a:pt x="13" y="0"/>
                </a:moveTo>
                <a:lnTo>
                  <a:pt x="13" y="0"/>
                </a:lnTo>
                <a:lnTo>
                  <a:pt x="13" y="0"/>
                </a:lnTo>
                <a:close/>
                <a:moveTo>
                  <a:pt x="13" y="0"/>
                </a:moveTo>
                <a:lnTo>
                  <a:pt x="13" y="0"/>
                </a:lnTo>
                <a:lnTo>
                  <a:pt x="13" y="0"/>
                </a:lnTo>
                <a:close/>
                <a:moveTo>
                  <a:pt x="1" y="0"/>
                </a:moveTo>
                <a:lnTo>
                  <a:pt x="1" y="0"/>
                </a:lnTo>
                <a:lnTo>
                  <a:pt x="1" y="0"/>
                </a:lnTo>
                <a:close/>
                <a:moveTo>
                  <a:pt x="1" y="0"/>
                </a:moveTo>
                <a:lnTo>
                  <a:pt x="1" y="0"/>
                </a:lnTo>
                <a:close/>
              </a:path>
            </a:pathLst>
          </a:custGeom>
          <a:solidFill>
            <a:srgbClr val="541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2" name="Google Shape;652;p1"/>
          <p:cNvPicPr preferRelativeResize="0"/>
          <p:nvPr/>
        </p:nvPicPr>
        <p:blipFill rotWithShape="1">
          <a:blip r:embed="rId3">
            <a:alphaModFix/>
          </a:blip>
          <a:srcRect b="33829" l="0" r="0" t="27513"/>
          <a:stretch/>
        </p:blipFill>
        <p:spPr>
          <a:xfrm>
            <a:off x="2955800" y="1897225"/>
            <a:ext cx="2999675" cy="115955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1"/>
          <p:cNvSpPr txBox="1"/>
          <p:nvPr/>
        </p:nvSpPr>
        <p:spPr>
          <a:xfrm>
            <a:off x="2279850" y="3056775"/>
            <a:ext cx="45843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rgbClr val="A9A5A1"/>
                </a:solidFill>
                <a:latin typeface="Calibri"/>
                <a:ea typeface="Calibri"/>
                <a:cs typeface="Calibri"/>
                <a:sym typeface="Calibri"/>
              </a:rPr>
              <a:t>Empowering Sightless Minds through STEM Education</a:t>
            </a:r>
            <a:endParaRPr b="0" i="1" sz="1400" u="none" cap="none" strike="noStrike">
              <a:solidFill>
                <a:srgbClr val="A9A5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"/>
          <p:cNvSpPr/>
          <p:nvPr/>
        </p:nvSpPr>
        <p:spPr>
          <a:xfrm>
            <a:off x="4572000" y="593104"/>
            <a:ext cx="2855157" cy="530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2"/>
          <p:cNvCxnSpPr/>
          <p:nvPr/>
        </p:nvCxnSpPr>
        <p:spPr>
          <a:xfrm>
            <a:off x="3622183" y="1468192"/>
            <a:ext cx="949817" cy="0"/>
          </a:xfrm>
          <a:prstGeom prst="straightConnector1">
            <a:avLst/>
          </a:prstGeom>
          <a:noFill/>
          <a:ln cap="flat" cmpd="sng" w="38100">
            <a:solidFill>
              <a:srgbClr val="C1BEB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0" name="Google Shape;660;p2"/>
          <p:cNvSpPr txBox="1"/>
          <p:nvPr/>
        </p:nvSpPr>
        <p:spPr>
          <a:xfrm>
            <a:off x="4858555" y="1650642"/>
            <a:ext cx="23085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Validation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Testimonial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4950" lvl="0" marL="254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AutoNum type="alphaLcPeriod"/>
            </a:pPr>
            <a:r>
              <a:rPr b="0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"/>
          <p:cNvSpPr/>
          <p:nvPr/>
        </p:nvSpPr>
        <p:spPr>
          <a:xfrm>
            <a:off x="1825" y="0"/>
            <a:ext cx="3869100" cy="5156400"/>
          </a:xfrm>
          <a:prstGeom prst="rect">
            <a:avLst/>
          </a:prstGeom>
          <a:solidFill>
            <a:srgbClr val="FFD453">
              <a:alpha val="6274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2" name="Google Shape;662;p2"/>
          <p:cNvGrpSpPr/>
          <p:nvPr/>
        </p:nvGrpSpPr>
        <p:grpSpPr>
          <a:xfrm flipH="1">
            <a:off x="292438" y="657800"/>
            <a:ext cx="3287873" cy="3840812"/>
            <a:chOff x="5136125" y="762575"/>
            <a:chExt cx="3287873" cy="3840812"/>
          </a:xfrm>
        </p:grpSpPr>
        <p:sp>
          <p:nvSpPr>
            <p:cNvPr id="663" name="Google Shape;663;p2"/>
            <p:cNvSpPr/>
            <p:nvPr/>
          </p:nvSpPr>
          <p:spPr>
            <a:xfrm>
              <a:off x="8053990" y="3725846"/>
              <a:ext cx="295973" cy="299662"/>
            </a:xfrm>
            <a:custGeom>
              <a:rect b="b" l="l" r="r" t="t"/>
              <a:pathLst>
                <a:path extrusionOk="0" h="1789" w="1767">
                  <a:moveTo>
                    <a:pt x="1118" y="0"/>
                  </a:moveTo>
                  <a:cubicBezTo>
                    <a:pt x="1030" y="0"/>
                    <a:pt x="929" y="12"/>
                    <a:pt x="853" y="49"/>
                  </a:cubicBezTo>
                  <a:cubicBezTo>
                    <a:pt x="838" y="61"/>
                    <a:pt x="826" y="76"/>
                    <a:pt x="826" y="89"/>
                  </a:cubicBezTo>
                  <a:lnTo>
                    <a:pt x="853" y="153"/>
                  </a:lnTo>
                  <a:cubicBezTo>
                    <a:pt x="853" y="172"/>
                    <a:pt x="827" y="192"/>
                    <a:pt x="804" y="192"/>
                  </a:cubicBezTo>
                  <a:cubicBezTo>
                    <a:pt x="799" y="192"/>
                    <a:pt x="794" y="191"/>
                    <a:pt x="789" y="189"/>
                  </a:cubicBezTo>
                  <a:lnTo>
                    <a:pt x="725" y="153"/>
                  </a:lnTo>
                  <a:cubicBezTo>
                    <a:pt x="713" y="153"/>
                    <a:pt x="701" y="153"/>
                    <a:pt x="686" y="165"/>
                  </a:cubicBezTo>
                  <a:cubicBezTo>
                    <a:pt x="533" y="253"/>
                    <a:pt x="421" y="393"/>
                    <a:pt x="344" y="533"/>
                  </a:cubicBezTo>
                  <a:cubicBezTo>
                    <a:pt x="0" y="1155"/>
                    <a:pt x="140" y="1776"/>
                    <a:pt x="168" y="1788"/>
                  </a:cubicBezTo>
                  <a:cubicBezTo>
                    <a:pt x="168" y="1788"/>
                    <a:pt x="169" y="1789"/>
                    <a:pt x="169" y="1789"/>
                  </a:cubicBezTo>
                  <a:cubicBezTo>
                    <a:pt x="210" y="1789"/>
                    <a:pt x="1008" y="1153"/>
                    <a:pt x="1170" y="1066"/>
                  </a:cubicBezTo>
                  <a:cubicBezTo>
                    <a:pt x="1182" y="1051"/>
                    <a:pt x="1182" y="1039"/>
                    <a:pt x="1182" y="1027"/>
                  </a:cubicBezTo>
                  <a:lnTo>
                    <a:pt x="1158" y="926"/>
                  </a:lnTo>
                  <a:cubicBezTo>
                    <a:pt x="1146" y="906"/>
                    <a:pt x="1165" y="894"/>
                    <a:pt x="1180" y="894"/>
                  </a:cubicBezTo>
                  <a:cubicBezTo>
                    <a:pt x="1186" y="894"/>
                    <a:pt x="1191" y="895"/>
                    <a:pt x="1194" y="899"/>
                  </a:cubicBezTo>
                  <a:lnTo>
                    <a:pt x="1310" y="950"/>
                  </a:lnTo>
                  <a:cubicBezTo>
                    <a:pt x="1322" y="950"/>
                    <a:pt x="1346" y="950"/>
                    <a:pt x="1346" y="938"/>
                  </a:cubicBezTo>
                  <a:cubicBezTo>
                    <a:pt x="1563" y="746"/>
                    <a:pt x="1767" y="457"/>
                    <a:pt x="1651" y="177"/>
                  </a:cubicBezTo>
                  <a:cubicBezTo>
                    <a:pt x="1639" y="165"/>
                    <a:pt x="1639" y="165"/>
                    <a:pt x="1639" y="153"/>
                  </a:cubicBezTo>
                  <a:lnTo>
                    <a:pt x="1627" y="153"/>
                  </a:lnTo>
                  <a:cubicBezTo>
                    <a:pt x="1627" y="153"/>
                    <a:pt x="1614" y="137"/>
                    <a:pt x="1599" y="137"/>
                  </a:cubicBezTo>
                  <a:lnTo>
                    <a:pt x="1563" y="101"/>
                  </a:lnTo>
                  <a:cubicBezTo>
                    <a:pt x="1462" y="0"/>
                    <a:pt x="1270" y="0"/>
                    <a:pt x="1118" y="0"/>
                  </a:cubicBez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"/>
            <p:cNvSpPr/>
            <p:nvPr/>
          </p:nvSpPr>
          <p:spPr>
            <a:xfrm>
              <a:off x="8056503" y="3743768"/>
              <a:ext cx="265488" cy="360130"/>
            </a:xfrm>
            <a:custGeom>
              <a:rect b="b" l="l" r="r" t="t"/>
              <a:pathLst>
                <a:path extrusionOk="0" h="2150" w="1585">
                  <a:moveTo>
                    <a:pt x="1558" y="1"/>
                  </a:moveTo>
                  <a:cubicBezTo>
                    <a:pt x="1555" y="1"/>
                    <a:pt x="1551" y="2"/>
                    <a:pt x="1548" y="6"/>
                  </a:cubicBezTo>
                  <a:cubicBezTo>
                    <a:pt x="1508" y="18"/>
                    <a:pt x="594" y="426"/>
                    <a:pt x="317" y="1124"/>
                  </a:cubicBezTo>
                  <a:cubicBezTo>
                    <a:pt x="49" y="1821"/>
                    <a:pt x="1" y="2113"/>
                    <a:pt x="1" y="2126"/>
                  </a:cubicBezTo>
                  <a:cubicBezTo>
                    <a:pt x="1" y="2138"/>
                    <a:pt x="13" y="2150"/>
                    <a:pt x="25" y="2150"/>
                  </a:cubicBezTo>
                  <a:cubicBezTo>
                    <a:pt x="37" y="2150"/>
                    <a:pt x="49" y="2138"/>
                    <a:pt x="49" y="2126"/>
                  </a:cubicBezTo>
                  <a:cubicBezTo>
                    <a:pt x="49" y="2126"/>
                    <a:pt x="101" y="1833"/>
                    <a:pt x="366" y="1148"/>
                  </a:cubicBezTo>
                  <a:cubicBezTo>
                    <a:pt x="634" y="463"/>
                    <a:pt x="1560" y="58"/>
                    <a:pt x="1572" y="46"/>
                  </a:cubicBezTo>
                  <a:cubicBezTo>
                    <a:pt x="1584" y="46"/>
                    <a:pt x="1584" y="30"/>
                    <a:pt x="1584" y="18"/>
                  </a:cubicBezTo>
                  <a:cubicBezTo>
                    <a:pt x="1576" y="10"/>
                    <a:pt x="1567" y="1"/>
                    <a:pt x="155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"/>
            <p:cNvSpPr/>
            <p:nvPr/>
          </p:nvSpPr>
          <p:spPr>
            <a:xfrm>
              <a:off x="7852487" y="3580957"/>
              <a:ext cx="206193" cy="204186"/>
            </a:xfrm>
            <a:custGeom>
              <a:rect b="b" l="l" r="r" t="t"/>
              <a:pathLst>
                <a:path extrusionOk="0" h="1219" w="1231">
                  <a:moveTo>
                    <a:pt x="430" y="0"/>
                  </a:moveTo>
                  <a:cubicBezTo>
                    <a:pt x="329" y="0"/>
                    <a:pt x="201" y="13"/>
                    <a:pt x="125" y="77"/>
                  </a:cubicBezTo>
                  <a:cubicBezTo>
                    <a:pt x="113" y="89"/>
                    <a:pt x="113" y="104"/>
                    <a:pt x="101" y="104"/>
                  </a:cubicBezTo>
                  <a:cubicBezTo>
                    <a:pt x="101" y="116"/>
                    <a:pt x="89" y="116"/>
                    <a:pt x="89" y="116"/>
                  </a:cubicBezTo>
                  <a:lnTo>
                    <a:pt x="77" y="116"/>
                  </a:lnTo>
                  <a:lnTo>
                    <a:pt x="77" y="128"/>
                  </a:lnTo>
                  <a:cubicBezTo>
                    <a:pt x="0" y="332"/>
                    <a:pt x="153" y="521"/>
                    <a:pt x="290" y="661"/>
                  </a:cubicBezTo>
                  <a:lnTo>
                    <a:pt x="329" y="661"/>
                  </a:lnTo>
                  <a:lnTo>
                    <a:pt x="405" y="622"/>
                  </a:lnTo>
                  <a:cubicBezTo>
                    <a:pt x="409" y="618"/>
                    <a:pt x="412" y="617"/>
                    <a:pt x="415" y="617"/>
                  </a:cubicBezTo>
                  <a:cubicBezTo>
                    <a:pt x="423" y="617"/>
                    <a:pt x="430" y="629"/>
                    <a:pt x="430" y="649"/>
                  </a:cubicBezTo>
                  <a:lnTo>
                    <a:pt x="418" y="713"/>
                  </a:lnTo>
                  <a:cubicBezTo>
                    <a:pt x="405" y="725"/>
                    <a:pt x="418" y="737"/>
                    <a:pt x="430" y="737"/>
                  </a:cubicBezTo>
                  <a:cubicBezTo>
                    <a:pt x="544" y="800"/>
                    <a:pt x="1111" y="1219"/>
                    <a:pt x="1141" y="1219"/>
                  </a:cubicBezTo>
                  <a:cubicBezTo>
                    <a:pt x="1142" y="1219"/>
                    <a:pt x="1142" y="1219"/>
                    <a:pt x="1142" y="1219"/>
                  </a:cubicBezTo>
                  <a:cubicBezTo>
                    <a:pt x="1155" y="1206"/>
                    <a:pt x="1231" y="774"/>
                    <a:pt x="990" y="357"/>
                  </a:cubicBezTo>
                  <a:cubicBezTo>
                    <a:pt x="926" y="256"/>
                    <a:pt x="850" y="153"/>
                    <a:pt x="747" y="104"/>
                  </a:cubicBezTo>
                  <a:cubicBezTo>
                    <a:pt x="740" y="96"/>
                    <a:pt x="734" y="92"/>
                    <a:pt x="728" y="92"/>
                  </a:cubicBezTo>
                  <a:cubicBezTo>
                    <a:pt x="722" y="92"/>
                    <a:pt x="716" y="96"/>
                    <a:pt x="710" y="104"/>
                  </a:cubicBezTo>
                  <a:lnTo>
                    <a:pt x="670" y="128"/>
                  </a:lnTo>
                  <a:cubicBezTo>
                    <a:pt x="666" y="131"/>
                    <a:pt x="661" y="132"/>
                    <a:pt x="657" y="132"/>
                  </a:cubicBezTo>
                  <a:cubicBezTo>
                    <a:pt x="638" y="132"/>
                    <a:pt x="624" y="114"/>
                    <a:pt x="634" y="104"/>
                  </a:cubicBezTo>
                  <a:lnTo>
                    <a:pt x="634" y="52"/>
                  </a:lnTo>
                  <a:cubicBezTo>
                    <a:pt x="634" y="40"/>
                    <a:pt x="634" y="40"/>
                    <a:pt x="622" y="28"/>
                  </a:cubicBezTo>
                  <a:cubicBezTo>
                    <a:pt x="570" y="0"/>
                    <a:pt x="494" y="0"/>
                    <a:pt x="430" y="0"/>
                  </a:cubicBez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2"/>
            <p:cNvSpPr/>
            <p:nvPr/>
          </p:nvSpPr>
          <p:spPr>
            <a:xfrm>
              <a:off x="7867227" y="3593687"/>
              <a:ext cx="199660" cy="251086"/>
            </a:xfrm>
            <a:custGeom>
              <a:rect b="b" l="l" r="r" t="t"/>
              <a:pathLst>
                <a:path extrusionOk="0" h="1499" w="1192">
                  <a:moveTo>
                    <a:pt x="37" y="1"/>
                  </a:moveTo>
                  <a:cubicBezTo>
                    <a:pt x="25" y="1"/>
                    <a:pt x="13" y="1"/>
                    <a:pt x="13" y="13"/>
                  </a:cubicBezTo>
                  <a:cubicBezTo>
                    <a:pt x="1" y="28"/>
                    <a:pt x="13" y="40"/>
                    <a:pt x="25" y="52"/>
                  </a:cubicBezTo>
                  <a:cubicBezTo>
                    <a:pt x="25" y="52"/>
                    <a:pt x="686" y="317"/>
                    <a:pt x="875" y="774"/>
                  </a:cubicBezTo>
                  <a:cubicBezTo>
                    <a:pt x="1079" y="1246"/>
                    <a:pt x="1143" y="1475"/>
                    <a:pt x="1143" y="1475"/>
                  </a:cubicBezTo>
                  <a:cubicBezTo>
                    <a:pt x="1143" y="1487"/>
                    <a:pt x="1155" y="1499"/>
                    <a:pt x="1167" y="1499"/>
                  </a:cubicBezTo>
                  <a:cubicBezTo>
                    <a:pt x="1179" y="1499"/>
                    <a:pt x="1191" y="1487"/>
                    <a:pt x="1191" y="1459"/>
                  </a:cubicBezTo>
                  <a:cubicBezTo>
                    <a:pt x="1179" y="1459"/>
                    <a:pt x="1131" y="1231"/>
                    <a:pt x="927" y="762"/>
                  </a:cubicBezTo>
                  <a:cubicBezTo>
                    <a:pt x="722" y="281"/>
                    <a:pt x="77" y="13"/>
                    <a:pt x="37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2"/>
            <p:cNvSpPr/>
            <p:nvPr/>
          </p:nvSpPr>
          <p:spPr>
            <a:xfrm>
              <a:off x="7849974" y="3895691"/>
              <a:ext cx="206695" cy="206363"/>
            </a:xfrm>
            <a:custGeom>
              <a:rect b="b" l="l" r="r" t="t"/>
              <a:pathLst>
                <a:path extrusionOk="0" h="1232" w="1234">
                  <a:moveTo>
                    <a:pt x="433" y="0"/>
                  </a:moveTo>
                  <a:cubicBezTo>
                    <a:pt x="332" y="13"/>
                    <a:pt x="204" y="13"/>
                    <a:pt x="128" y="89"/>
                  </a:cubicBezTo>
                  <a:cubicBezTo>
                    <a:pt x="116" y="101"/>
                    <a:pt x="116" y="113"/>
                    <a:pt x="104" y="113"/>
                  </a:cubicBezTo>
                  <a:cubicBezTo>
                    <a:pt x="104" y="113"/>
                    <a:pt x="92" y="113"/>
                    <a:pt x="92" y="128"/>
                  </a:cubicBezTo>
                  <a:lnTo>
                    <a:pt x="76" y="128"/>
                  </a:lnTo>
                  <a:lnTo>
                    <a:pt x="76" y="141"/>
                  </a:lnTo>
                  <a:cubicBezTo>
                    <a:pt x="0" y="329"/>
                    <a:pt x="152" y="533"/>
                    <a:pt x="293" y="661"/>
                  </a:cubicBezTo>
                  <a:cubicBezTo>
                    <a:pt x="305" y="673"/>
                    <a:pt x="320" y="673"/>
                    <a:pt x="332" y="673"/>
                  </a:cubicBezTo>
                  <a:lnTo>
                    <a:pt x="408" y="634"/>
                  </a:lnTo>
                  <a:cubicBezTo>
                    <a:pt x="412" y="630"/>
                    <a:pt x="416" y="629"/>
                    <a:pt x="421" y="629"/>
                  </a:cubicBezTo>
                  <a:cubicBezTo>
                    <a:pt x="432" y="629"/>
                    <a:pt x="441" y="637"/>
                    <a:pt x="433" y="646"/>
                  </a:cubicBezTo>
                  <a:lnTo>
                    <a:pt x="420" y="722"/>
                  </a:lnTo>
                  <a:cubicBezTo>
                    <a:pt x="420" y="737"/>
                    <a:pt x="420" y="737"/>
                    <a:pt x="433" y="750"/>
                  </a:cubicBezTo>
                  <a:cubicBezTo>
                    <a:pt x="547" y="798"/>
                    <a:pt x="1114" y="1231"/>
                    <a:pt x="1141" y="1231"/>
                  </a:cubicBezTo>
                  <a:cubicBezTo>
                    <a:pt x="1142" y="1231"/>
                    <a:pt x="1142" y="1231"/>
                    <a:pt x="1142" y="1231"/>
                  </a:cubicBezTo>
                  <a:cubicBezTo>
                    <a:pt x="1157" y="1219"/>
                    <a:pt x="1234" y="774"/>
                    <a:pt x="990" y="357"/>
                  </a:cubicBezTo>
                  <a:cubicBezTo>
                    <a:pt x="929" y="265"/>
                    <a:pt x="853" y="165"/>
                    <a:pt x="749" y="101"/>
                  </a:cubicBezTo>
                  <a:lnTo>
                    <a:pt x="713" y="101"/>
                  </a:lnTo>
                  <a:lnTo>
                    <a:pt x="673" y="128"/>
                  </a:lnTo>
                  <a:cubicBezTo>
                    <a:pt x="667" y="132"/>
                    <a:pt x="660" y="133"/>
                    <a:pt x="655" y="133"/>
                  </a:cubicBezTo>
                  <a:cubicBezTo>
                    <a:pt x="639" y="133"/>
                    <a:pt x="628" y="121"/>
                    <a:pt x="637" y="101"/>
                  </a:cubicBezTo>
                  <a:lnTo>
                    <a:pt x="637" y="64"/>
                  </a:lnTo>
                  <a:cubicBezTo>
                    <a:pt x="637" y="52"/>
                    <a:pt x="637" y="37"/>
                    <a:pt x="624" y="37"/>
                  </a:cubicBezTo>
                  <a:cubicBezTo>
                    <a:pt x="573" y="13"/>
                    <a:pt x="497" y="0"/>
                    <a:pt x="433" y="0"/>
                  </a:cubicBezTo>
                  <a:close/>
                </a:path>
              </a:pathLst>
            </a:custGeom>
            <a:solidFill>
              <a:srgbClr val="F9B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2"/>
            <p:cNvSpPr/>
            <p:nvPr/>
          </p:nvSpPr>
          <p:spPr>
            <a:xfrm>
              <a:off x="7865217" y="3909594"/>
              <a:ext cx="199660" cy="252091"/>
            </a:xfrm>
            <a:custGeom>
              <a:rect b="b" l="l" r="r" t="t"/>
              <a:pathLst>
                <a:path extrusionOk="0" h="1505" w="1192">
                  <a:moveTo>
                    <a:pt x="27" y="1"/>
                  </a:moveTo>
                  <a:cubicBezTo>
                    <a:pt x="19" y="1"/>
                    <a:pt x="13" y="9"/>
                    <a:pt x="13" y="18"/>
                  </a:cubicBezTo>
                  <a:cubicBezTo>
                    <a:pt x="1" y="30"/>
                    <a:pt x="13" y="45"/>
                    <a:pt x="25" y="45"/>
                  </a:cubicBezTo>
                  <a:cubicBezTo>
                    <a:pt x="25" y="58"/>
                    <a:pt x="686" y="322"/>
                    <a:pt x="875" y="779"/>
                  </a:cubicBezTo>
                  <a:cubicBezTo>
                    <a:pt x="1079" y="1248"/>
                    <a:pt x="1143" y="1477"/>
                    <a:pt x="1143" y="1477"/>
                  </a:cubicBezTo>
                  <a:cubicBezTo>
                    <a:pt x="1143" y="1492"/>
                    <a:pt x="1155" y="1504"/>
                    <a:pt x="1167" y="1504"/>
                  </a:cubicBezTo>
                  <a:cubicBezTo>
                    <a:pt x="1179" y="1492"/>
                    <a:pt x="1191" y="1477"/>
                    <a:pt x="1191" y="1465"/>
                  </a:cubicBezTo>
                  <a:cubicBezTo>
                    <a:pt x="1179" y="1452"/>
                    <a:pt x="1127" y="1236"/>
                    <a:pt x="926" y="755"/>
                  </a:cubicBezTo>
                  <a:cubicBezTo>
                    <a:pt x="722" y="274"/>
                    <a:pt x="77" y="18"/>
                    <a:pt x="37" y="6"/>
                  </a:cubicBezTo>
                  <a:cubicBezTo>
                    <a:pt x="34" y="2"/>
                    <a:pt x="30" y="1"/>
                    <a:pt x="27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"/>
            <p:cNvSpPr/>
            <p:nvPr/>
          </p:nvSpPr>
          <p:spPr>
            <a:xfrm>
              <a:off x="7841767" y="3272086"/>
              <a:ext cx="286760" cy="349410"/>
            </a:xfrm>
            <a:custGeom>
              <a:rect b="b" l="l" r="r" t="t"/>
              <a:pathLst>
                <a:path extrusionOk="0" h="2086" w="1712">
                  <a:moveTo>
                    <a:pt x="494" y="1"/>
                  </a:moveTo>
                  <a:cubicBezTo>
                    <a:pt x="412" y="1"/>
                    <a:pt x="333" y="14"/>
                    <a:pt x="265" y="57"/>
                  </a:cubicBezTo>
                  <a:cubicBezTo>
                    <a:pt x="253" y="69"/>
                    <a:pt x="241" y="81"/>
                    <a:pt x="229" y="81"/>
                  </a:cubicBezTo>
                  <a:cubicBezTo>
                    <a:pt x="217" y="81"/>
                    <a:pt x="201" y="93"/>
                    <a:pt x="189" y="93"/>
                  </a:cubicBezTo>
                  <a:cubicBezTo>
                    <a:pt x="177" y="105"/>
                    <a:pt x="177" y="105"/>
                    <a:pt x="177" y="121"/>
                  </a:cubicBezTo>
                  <a:cubicBezTo>
                    <a:pt x="0" y="373"/>
                    <a:pt x="165" y="730"/>
                    <a:pt x="342" y="970"/>
                  </a:cubicBezTo>
                  <a:cubicBezTo>
                    <a:pt x="342" y="979"/>
                    <a:pt x="355" y="988"/>
                    <a:pt x="368" y="988"/>
                  </a:cubicBezTo>
                  <a:cubicBezTo>
                    <a:pt x="373" y="988"/>
                    <a:pt x="378" y="986"/>
                    <a:pt x="381" y="983"/>
                  </a:cubicBezTo>
                  <a:lnTo>
                    <a:pt x="506" y="958"/>
                  </a:lnTo>
                  <a:cubicBezTo>
                    <a:pt x="511" y="955"/>
                    <a:pt x="517" y="954"/>
                    <a:pt x="522" y="954"/>
                  </a:cubicBezTo>
                  <a:cubicBezTo>
                    <a:pt x="542" y="954"/>
                    <a:pt x="555" y="975"/>
                    <a:pt x="546" y="995"/>
                  </a:cubicBezTo>
                  <a:lnTo>
                    <a:pt x="494" y="1095"/>
                  </a:lnTo>
                  <a:cubicBezTo>
                    <a:pt x="494" y="1110"/>
                    <a:pt x="494" y="1123"/>
                    <a:pt x="506" y="1135"/>
                  </a:cubicBezTo>
                  <a:cubicBezTo>
                    <a:pt x="657" y="1262"/>
                    <a:pt x="1382" y="2085"/>
                    <a:pt x="1419" y="2085"/>
                  </a:cubicBezTo>
                  <a:cubicBezTo>
                    <a:pt x="1419" y="2085"/>
                    <a:pt x="1419" y="2085"/>
                    <a:pt x="1420" y="2085"/>
                  </a:cubicBezTo>
                  <a:cubicBezTo>
                    <a:pt x="1447" y="2085"/>
                    <a:pt x="1712" y="1452"/>
                    <a:pt x="1471" y="742"/>
                  </a:cubicBezTo>
                  <a:cubicBezTo>
                    <a:pt x="1407" y="577"/>
                    <a:pt x="1331" y="398"/>
                    <a:pt x="1191" y="285"/>
                  </a:cubicBezTo>
                  <a:cubicBezTo>
                    <a:pt x="1179" y="273"/>
                    <a:pt x="1155" y="273"/>
                    <a:pt x="1142" y="273"/>
                  </a:cubicBezTo>
                  <a:lnTo>
                    <a:pt x="1066" y="297"/>
                  </a:lnTo>
                  <a:cubicBezTo>
                    <a:pt x="1039" y="297"/>
                    <a:pt x="1002" y="273"/>
                    <a:pt x="1015" y="246"/>
                  </a:cubicBezTo>
                  <a:lnTo>
                    <a:pt x="1039" y="182"/>
                  </a:lnTo>
                  <a:cubicBezTo>
                    <a:pt x="1054" y="169"/>
                    <a:pt x="1039" y="145"/>
                    <a:pt x="1027" y="133"/>
                  </a:cubicBezTo>
                  <a:cubicBezTo>
                    <a:pt x="951" y="81"/>
                    <a:pt x="850" y="45"/>
                    <a:pt x="762" y="29"/>
                  </a:cubicBezTo>
                  <a:cubicBezTo>
                    <a:pt x="676" y="17"/>
                    <a:pt x="583" y="1"/>
                    <a:pt x="494" y="1"/>
                  </a:cubicBezTo>
                  <a:close/>
                </a:path>
              </a:pathLst>
            </a:custGeom>
            <a:solidFill>
              <a:srgbClr val="F9B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"/>
            <p:cNvSpPr/>
            <p:nvPr/>
          </p:nvSpPr>
          <p:spPr>
            <a:xfrm>
              <a:off x="7879957" y="3281968"/>
              <a:ext cx="214902" cy="433329"/>
            </a:xfrm>
            <a:custGeom>
              <a:rect b="b" l="l" r="r" t="t"/>
              <a:pathLst>
                <a:path extrusionOk="0" h="2587" w="1283">
                  <a:moveTo>
                    <a:pt x="21" y="1"/>
                  </a:moveTo>
                  <a:cubicBezTo>
                    <a:pt x="16" y="1"/>
                    <a:pt x="13" y="4"/>
                    <a:pt x="13" y="10"/>
                  </a:cubicBezTo>
                  <a:cubicBezTo>
                    <a:pt x="1" y="22"/>
                    <a:pt x="1" y="34"/>
                    <a:pt x="13" y="46"/>
                  </a:cubicBezTo>
                  <a:cubicBezTo>
                    <a:pt x="25" y="46"/>
                    <a:pt x="914" y="671"/>
                    <a:pt x="1067" y="1432"/>
                  </a:cubicBezTo>
                  <a:cubicBezTo>
                    <a:pt x="1219" y="2193"/>
                    <a:pt x="1231" y="2547"/>
                    <a:pt x="1231" y="2559"/>
                  </a:cubicBezTo>
                  <a:cubicBezTo>
                    <a:pt x="1231" y="2574"/>
                    <a:pt x="1243" y="2586"/>
                    <a:pt x="1256" y="2586"/>
                  </a:cubicBezTo>
                  <a:cubicBezTo>
                    <a:pt x="1268" y="2586"/>
                    <a:pt x="1283" y="2574"/>
                    <a:pt x="1283" y="2559"/>
                  </a:cubicBezTo>
                  <a:cubicBezTo>
                    <a:pt x="1283" y="2547"/>
                    <a:pt x="1268" y="2193"/>
                    <a:pt x="1115" y="1417"/>
                  </a:cubicBezTo>
                  <a:cubicBezTo>
                    <a:pt x="963" y="631"/>
                    <a:pt x="50" y="10"/>
                    <a:pt x="37" y="10"/>
                  </a:cubicBezTo>
                  <a:cubicBezTo>
                    <a:pt x="31" y="4"/>
                    <a:pt x="25" y="1"/>
                    <a:pt x="21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"/>
            <p:cNvSpPr/>
            <p:nvPr/>
          </p:nvSpPr>
          <p:spPr>
            <a:xfrm>
              <a:off x="8056503" y="3387661"/>
              <a:ext cx="170013" cy="776039"/>
            </a:xfrm>
            <a:custGeom>
              <a:rect b="b" l="l" r="r" t="t"/>
              <a:pathLst>
                <a:path extrusionOk="0" h="4633" w="1015">
                  <a:moveTo>
                    <a:pt x="990" y="0"/>
                  </a:moveTo>
                  <a:cubicBezTo>
                    <a:pt x="975" y="0"/>
                    <a:pt x="963" y="0"/>
                    <a:pt x="963" y="12"/>
                  </a:cubicBezTo>
                  <a:lnTo>
                    <a:pt x="646" y="621"/>
                  </a:lnTo>
                  <a:cubicBezTo>
                    <a:pt x="229" y="1435"/>
                    <a:pt x="1" y="2348"/>
                    <a:pt x="1" y="3262"/>
                  </a:cubicBezTo>
                  <a:lnTo>
                    <a:pt x="1" y="4608"/>
                  </a:lnTo>
                  <a:cubicBezTo>
                    <a:pt x="1" y="4632"/>
                    <a:pt x="13" y="4632"/>
                    <a:pt x="25" y="4632"/>
                  </a:cubicBezTo>
                  <a:cubicBezTo>
                    <a:pt x="37" y="4632"/>
                    <a:pt x="49" y="4632"/>
                    <a:pt x="49" y="4608"/>
                  </a:cubicBezTo>
                  <a:lnTo>
                    <a:pt x="49" y="3262"/>
                  </a:lnTo>
                  <a:cubicBezTo>
                    <a:pt x="49" y="2360"/>
                    <a:pt x="278" y="1459"/>
                    <a:pt x="686" y="649"/>
                  </a:cubicBezTo>
                  <a:lnTo>
                    <a:pt x="1003" y="40"/>
                  </a:lnTo>
                  <a:cubicBezTo>
                    <a:pt x="1015" y="25"/>
                    <a:pt x="1003" y="12"/>
                    <a:pt x="990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"/>
            <p:cNvSpPr/>
            <p:nvPr/>
          </p:nvSpPr>
          <p:spPr>
            <a:xfrm>
              <a:off x="8124340" y="3334563"/>
              <a:ext cx="240530" cy="227636"/>
            </a:xfrm>
            <a:custGeom>
              <a:rect b="b" l="l" r="r" t="t"/>
              <a:pathLst>
                <a:path extrusionOk="0" h="1359" w="1436">
                  <a:moveTo>
                    <a:pt x="951" y="0"/>
                  </a:moveTo>
                  <a:cubicBezTo>
                    <a:pt x="875" y="0"/>
                    <a:pt x="799" y="0"/>
                    <a:pt x="738" y="25"/>
                  </a:cubicBezTo>
                  <a:cubicBezTo>
                    <a:pt x="722" y="37"/>
                    <a:pt x="710" y="37"/>
                    <a:pt x="722" y="52"/>
                  </a:cubicBezTo>
                  <a:lnTo>
                    <a:pt x="722" y="101"/>
                  </a:lnTo>
                  <a:cubicBezTo>
                    <a:pt x="733" y="120"/>
                    <a:pt x="716" y="138"/>
                    <a:pt x="697" y="138"/>
                  </a:cubicBezTo>
                  <a:cubicBezTo>
                    <a:pt x="689" y="138"/>
                    <a:pt x="681" y="135"/>
                    <a:pt x="674" y="128"/>
                  </a:cubicBezTo>
                  <a:lnTo>
                    <a:pt x="634" y="101"/>
                  </a:lnTo>
                  <a:cubicBezTo>
                    <a:pt x="626" y="101"/>
                    <a:pt x="618" y="96"/>
                    <a:pt x="610" y="96"/>
                  </a:cubicBezTo>
                  <a:cubicBezTo>
                    <a:pt x="606" y="96"/>
                    <a:pt x="602" y="97"/>
                    <a:pt x="598" y="101"/>
                  </a:cubicBezTo>
                  <a:cubicBezTo>
                    <a:pt x="470" y="165"/>
                    <a:pt x="381" y="265"/>
                    <a:pt x="305" y="381"/>
                  </a:cubicBezTo>
                  <a:cubicBezTo>
                    <a:pt x="1" y="838"/>
                    <a:pt x="65" y="1347"/>
                    <a:pt x="77" y="1359"/>
                  </a:cubicBezTo>
                  <a:cubicBezTo>
                    <a:pt x="77" y="1359"/>
                    <a:pt x="77" y="1359"/>
                    <a:pt x="78" y="1359"/>
                  </a:cubicBezTo>
                  <a:cubicBezTo>
                    <a:pt x="107" y="1359"/>
                    <a:pt x="788" y="913"/>
                    <a:pt x="926" y="850"/>
                  </a:cubicBezTo>
                  <a:cubicBezTo>
                    <a:pt x="939" y="838"/>
                    <a:pt x="939" y="838"/>
                    <a:pt x="939" y="826"/>
                  </a:cubicBezTo>
                  <a:lnTo>
                    <a:pt x="926" y="737"/>
                  </a:lnTo>
                  <a:cubicBezTo>
                    <a:pt x="918" y="727"/>
                    <a:pt x="928" y="717"/>
                    <a:pt x="944" y="717"/>
                  </a:cubicBezTo>
                  <a:cubicBezTo>
                    <a:pt x="951" y="717"/>
                    <a:pt x="958" y="719"/>
                    <a:pt x="966" y="722"/>
                  </a:cubicBezTo>
                  <a:lnTo>
                    <a:pt x="1042" y="762"/>
                  </a:lnTo>
                  <a:cubicBezTo>
                    <a:pt x="1048" y="768"/>
                    <a:pt x="1054" y="771"/>
                    <a:pt x="1060" y="771"/>
                  </a:cubicBezTo>
                  <a:cubicBezTo>
                    <a:pt x="1067" y="771"/>
                    <a:pt x="1073" y="768"/>
                    <a:pt x="1079" y="762"/>
                  </a:cubicBezTo>
                  <a:cubicBezTo>
                    <a:pt x="1255" y="622"/>
                    <a:pt x="1435" y="405"/>
                    <a:pt x="1359" y="177"/>
                  </a:cubicBezTo>
                  <a:lnTo>
                    <a:pt x="1359" y="165"/>
                  </a:lnTo>
                  <a:lnTo>
                    <a:pt x="1347" y="153"/>
                  </a:lnTo>
                  <a:cubicBezTo>
                    <a:pt x="1347" y="153"/>
                    <a:pt x="1331" y="153"/>
                    <a:pt x="1331" y="141"/>
                  </a:cubicBezTo>
                  <a:cubicBezTo>
                    <a:pt x="1319" y="141"/>
                    <a:pt x="1307" y="128"/>
                    <a:pt x="1295" y="113"/>
                  </a:cubicBezTo>
                  <a:cubicBezTo>
                    <a:pt x="1219" y="25"/>
                    <a:pt x="1079" y="13"/>
                    <a:pt x="951" y="0"/>
                  </a:cubicBez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2"/>
            <p:cNvSpPr/>
            <p:nvPr/>
          </p:nvSpPr>
          <p:spPr>
            <a:xfrm>
              <a:off x="8109600" y="3353491"/>
              <a:ext cx="237850" cy="274537"/>
            </a:xfrm>
            <a:custGeom>
              <a:rect b="b" l="l" r="r" t="t"/>
              <a:pathLst>
                <a:path extrusionOk="0" h="1639" w="1420">
                  <a:moveTo>
                    <a:pt x="1383" y="0"/>
                  </a:moveTo>
                  <a:cubicBezTo>
                    <a:pt x="1359" y="15"/>
                    <a:pt x="597" y="280"/>
                    <a:pt x="329" y="813"/>
                  </a:cubicBezTo>
                  <a:cubicBezTo>
                    <a:pt x="76" y="1346"/>
                    <a:pt x="0" y="1599"/>
                    <a:pt x="0" y="1614"/>
                  </a:cubicBezTo>
                  <a:cubicBezTo>
                    <a:pt x="0" y="1626"/>
                    <a:pt x="0" y="1639"/>
                    <a:pt x="12" y="1639"/>
                  </a:cubicBezTo>
                  <a:lnTo>
                    <a:pt x="25" y="1639"/>
                  </a:lnTo>
                  <a:cubicBezTo>
                    <a:pt x="37" y="1639"/>
                    <a:pt x="49" y="1639"/>
                    <a:pt x="49" y="1626"/>
                  </a:cubicBezTo>
                  <a:cubicBezTo>
                    <a:pt x="49" y="1626"/>
                    <a:pt x="125" y="1358"/>
                    <a:pt x="381" y="838"/>
                  </a:cubicBezTo>
                  <a:cubicBezTo>
                    <a:pt x="634" y="320"/>
                    <a:pt x="1395" y="52"/>
                    <a:pt x="1407" y="52"/>
                  </a:cubicBezTo>
                  <a:cubicBezTo>
                    <a:pt x="1419" y="40"/>
                    <a:pt x="1419" y="28"/>
                    <a:pt x="1419" y="15"/>
                  </a:cubicBezTo>
                  <a:cubicBezTo>
                    <a:pt x="1407" y="0"/>
                    <a:pt x="1395" y="0"/>
                    <a:pt x="1383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2"/>
            <p:cNvSpPr/>
            <p:nvPr/>
          </p:nvSpPr>
          <p:spPr>
            <a:xfrm>
              <a:off x="8109600" y="3543940"/>
              <a:ext cx="233830" cy="171355"/>
            </a:xfrm>
            <a:custGeom>
              <a:rect b="b" l="l" r="r" t="t"/>
              <a:pathLst>
                <a:path extrusionOk="0" h="1023" w="1396">
                  <a:moveTo>
                    <a:pt x="913" y="0"/>
                  </a:moveTo>
                  <a:cubicBezTo>
                    <a:pt x="896" y="0"/>
                    <a:pt x="879" y="2"/>
                    <a:pt x="862" y="5"/>
                  </a:cubicBezTo>
                  <a:cubicBezTo>
                    <a:pt x="850" y="5"/>
                    <a:pt x="838" y="20"/>
                    <a:pt x="838" y="20"/>
                  </a:cubicBezTo>
                  <a:lnTo>
                    <a:pt x="838" y="69"/>
                  </a:lnTo>
                  <a:cubicBezTo>
                    <a:pt x="838" y="85"/>
                    <a:pt x="829" y="92"/>
                    <a:pt x="817" y="92"/>
                  </a:cubicBezTo>
                  <a:cubicBezTo>
                    <a:pt x="807" y="92"/>
                    <a:pt x="796" y="88"/>
                    <a:pt x="786" y="81"/>
                  </a:cubicBezTo>
                  <a:lnTo>
                    <a:pt x="749" y="45"/>
                  </a:lnTo>
                  <a:cubicBezTo>
                    <a:pt x="749" y="45"/>
                    <a:pt x="734" y="33"/>
                    <a:pt x="722" y="33"/>
                  </a:cubicBezTo>
                  <a:cubicBezTo>
                    <a:pt x="609" y="69"/>
                    <a:pt x="494" y="133"/>
                    <a:pt x="418" y="221"/>
                  </a:cubicBezTo>
                  <a:cubicBezTo>
                    <a:pt x="49" y="553"/>
                    <a:pt x="0" y="1010"/>
                    <a:pt x="12" y="1022"/>
                  </a:cubicBezTo>
                  <a:cubicBezTo>
                    <a:pt x="13" y="1023"/>
                    <a:pt x="13" y="1023"/>
                    <a:pt x="14" y="1023"/>
                  </a:cubicBezTo>
                  <a:cubicBezTo>
                    <a:pt x="57" y="1023"/>
                    <a:pt x="725" y="781"/>
                    <a:pt x="850" y="754"/>
                  </a:cubicBezTo>
                  <a:cubicBezTo>
                    <a:pt x="862" y="754"/>
                    <a:pt x="874" y="742"/>
                    <a:pt x="874" y="742"/>
                  </a:cubicBezTo>
                  <a:lnTo>
                    <a:pt x="874" y="666"/>
                  </a:lnTo>
                  <a:cubicBezTo>
                    <a:pt x="874" y="652"/>
                    <a:pt x="884" y="646"/>
                    <a:pt x="894" y="646"/>
                  </a:cubicBezTo>
                  <a:cubicBezTo>
                    <a:pt x="901" y="646"/>
                    <a:pt x="909" y="649"/>
                    <a:pt x="914" y="654"/>
                  </a:cubicBezTo>
                  <a:lnTo>
                    <a:pt x="978" y="718"/>
                  </a:lnTo>
                  <a:lnTo>
                    <a:pt x="1002" y="718"/>
                  </a:lnTo>
                  <a:cubicBezTo>
                    <a:pt x="1179" y="629"/>
                    <a:pt x="1395" y="477"/>
                    <a:pt x="1371" y="261"/>
                  </a:cubicBezTo>
                  <a:lnTo>
                    <a:pt x="1371" y="249"/>
                  </a:lnTo>
                  <a:lnTo>
                    <a:pt x="1359" y="234"/>
                  </a:lnTo>
                  <a:cubicBezTo>
                    <a:pt x="1343" y="221"/>
                    <a:pt x="1343" y="209"/>
                    <a:pt x="1331" y="197"/>
                  </a:cubicBezTo>
                  <a:cubicBezTo>
                    <a:pt x="1282" y="109"/>
                    <a:pt x="1155" y="57"/>
                    <a:pt x="1054" y="33"/>
                  </a:cubicBezTo>
                  <a:cubicBezTo>
                    <a:pt x="1007" y="12"/>
                    <a:pt x="960" y="0"/>
                    <a:pt x="913" y="0"/>
                  </a:cubicBezTo>
                  <a:close/>
                </a:path>
              </a:pathLst>
            </a:custGeom>
            <a:solidFill>
              <a:srgbClr val="F9B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"/>
            <p:cNvSpPr/>
            <p:nvPr/>
          </p:nvSpPr>
          <p:spPr>
            <a:xfrm>
              <a:off x="8073420" y="3576937"/>
              <a:ext cx="263813" cy="191455"/>
            </a:xfrm>
            <a:custGeom>
              <a:rect b="b" l="l" r="r" t="t"/>
              <a:pathLst>
                <a:path extrusionOk="0" h="1143" w="1575">
                  <a:moveTo>
                    <a:pt x="1547" y="0"/>
                  </a:moveTo>
                  <a:cubicBezTo>
                    <a:pt x="1523" y="0"/>
                    <a:pt x="798" y="76"/>
                    <a:pt x="457" y="481"/>
                  </a:cubicBezTo>
                  <a:cubicBezTo>
                    <a:pt x="128" y="889"/>
                    <a:pt x="0" y="1090"/>
                    <a:pt x="0" y="1102"/>
                  </a:cubicBezTo>
                  <a:cubicBezTo>
                    <a:pt x="0" y="1118"/>
                    <a:pt x="0" y="1130"/>
                    <a:pt x="12" y="1142"/>
                  </a:cubicBezTo>
                  <a:lnTo>
                    <a:pt x="24" y="1142"/>
                  </a:lnTo>
                  <a:cubicBezTo>
                    <a:pt x="37" y="1142"/>
                    <a:pt x="37" y="1142"/>
                    <a:pt x="52" y="1130"/>
                  </a:cubicBezTo>
                  <a:cubicBezTo>
                    <a:pt x="52" y="1130"/>
                    <a:pt x="165" y="914"/>
                    <a:pt x="493" y="521"/>
                  </a:cubicBezTo>
                  <a:cubicBezTo>
                    <a:pt x="825" y="128"/>
                    <a:pt x="1547" y="52"/>
                    <a:pt x="1547" y="52"/>
                  </a:cubicBezTo>
                  <a:cubicBezTo>
                    <a:pt x="1559" y="52"/>
                    <a:pt x="1575" y="37"/>
                    <a:pt x="1575" y="24"/>
                  </a:cubicBezTo>
                  <a:cubicBezTo>
                    <a:pt x="1575" y="12"/>
                    <a:pt x="1559" y="0"/>
                    <a:pt x="1547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"/>
            <p:cNvSpPr/>
            <p:nvPr/>
          </p:nvSpPr>
          <p:spPr>
            <a:xfrm>
              <a:off x="7860694" y="4163525"/>
              <a:ext cx="387260" cy="439862"/>
            </a:xfrm>
            <a:custGeom>
              <a:rect b="b" l="l" r="r" t="t"/>
              <a:pathLst>
                <a:path extrusionOk="0" h="2626" w="2312">
                  <a:moveTo>
                    <a:pt x="0" y="0"/>
                  </a:moveTo>
                  <a:lnTo>
                    <a:pt x="356" y="2625"/>
                  </a:lnTo>
                  <a:lnTo>
                    <a:pt x="2056" y="2625"/>
                  </a:lnTo>
                  <a:lnTo>
                    <a:pt x="2312" y="0"/>
                  </a:ln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2"/>
            <p:cNvSpPr/>
            <p:nvPr/>
          </p:nvSpPr>
          <p:spPr>
            <a:xfrm>
              <a:off x="7841767" y="4116625"/>
              <a:ext cx="429135" cy="65828"/>
            </a:xfrm>
            <a:custGeom>
              <a:rect b="b" l="l" r="r" t="t"/>
              <a:pathLst>
                <a:path extrusionOk="0" h="393" w="2562">
                  <a:moveTo>
                    <a:pt x="89" y="0"/>
                  </a:moveTo>
                  <a:cubicBezTo>
                    <a:pt x="37" y="0"/>
                    <a:pt x="0" y="40"/>
                    <a:pt x="0" y="88"/>
                  </a:cubicBezTo>
                  <a:lnTo>
                    <a:pt x="0" y="305"/>
                  </a:lnTo>
                  <a:cubicBezTo>
                    <a:pt x="0" y="356"/>
                    <a:pt x="37" y="393"/>
                    <a:pt x="89" y="393"/>
                  </a:cubicBezTo>
                  <a:lnTo>
                    <a:pt x="2486" y="393"/>
                  </a:lnTo>
                  <a:cubicBezTo>
                    <a:pt x="2525" y="393"/>
                    <a:pt x="2562" y="356"/>
                    <a:pt x="2562" y="305"/>
                  </a:cubicBezTo>
                  <a:lnTo>
                    <a:pt x="2562" y="88"/>
                  </a:lnTo>
                  <a:cubicBezTo>
                    <a:pt x="2562" y="40"/>
                    <a:pt x="2525" y="0"/>
                    <a:pt x="2486" y="0"/>
                  </a:cubicBezTo>
                  <a:close/>
                </a:path>
              </a:pathLst>
            </a:custGeom>
            <a:solidFill>
              <a:srgbClr val="2E2E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"/>
            <p:cNvSpPr/>
            <p:nvPr/>
          </p:nvSpPr>
          <p:spPr>
            <a:xfrm>
              <a:off x="6360389" y="1378811"/>
              <a:ext cx="178722" cy="82746"/>
            </a:xfrm>
            <a:custGeom>
              <a:rect b="b" l="l" r="r" t="t"/>
              <a:pathLst>
                <a:path extrusionOk="0" h="494" w="1067">
                  <a:moveTo>
                    <a:pt x="253" y="0"/>
                  </a:moveTo>
                  <a:cubicBezTo>
                    <a:pt x="113" y="0"/>
                    <a:pt x="0" y="101"/>
                    <a:pt x="0" y="241"/>
                  </a:cubicBezTo>
                  <a:cubicBezTo>
                    <a:pt x="0" y="381"/>
                    <a:pt x="113" y="493"/>
                    <a:pt x="253" y="493"/>
                  </a:cubicBezTo>
                  <a:lnTo>
                    <a:pt x="810" y="493"/>
                  </a:lnTo>
                  <a:cubicBezTo>
                    <a:pt x="951" y="493"/>
                    <a:pt x="1066" y="381"/>
                    <a:pt x="1066" y="241"/>
                  </a:cubicBezTo>
                  <a:cubicBezTo>
                    <a:pt x="1066" y="101"/>
                    <a:pt x="951" y="0"/>
                    <a:pt x="810" y="0"/>
                  </a:cubicBezTo>
                  <a:close/>
                </a:path>
              </a:pathLst>
            </a:custGeom>
            <a:solidFill>
              <a:srgbClr val="F6EE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"/>
            <p:cNvSpPr/>
            <p:nvPr/>
          </p:nvSpPr>
          <p:spPr>
            <a:xfrm>
              <a:off x="6355699" y="1374623"/>
              <a:ext cx="187432" cy="91456"/>
            </a:xfrm>
            <a:custGeom>
              <a:rect b="b" l="l" r="r" t="t"/>
              <a:pathLst>
                <a:path extrusionOk="0" h="546" w="1119">
                  <a:moveTo>
                    <a:pt x="838" y="49"/>
                  </a:moveTo>
                  <a:cubicBezTo>
                    <a:pt x="966" y="49"/>
                    <a:pt x="1067" y="153"/>
                    <a:pt x="1067" y="266"/>
                  </a:cubicBezTo>
                  <a:cubicBezTo>
                    <a:pt x="1067" y="394"/>
                    <a:pt x="966" y="494"/>
                    <a:pt x="838" y="494"/>
                  </a:cubicBezTo>
                  <a:lnTo>
                    <a:pt x="281" y="494"/>
                  </a:lnTo>
                  <a:cubicBezTo>
                    <a:pt x="153" y="494"/>
                    <a:pt x="53" y="394"/>
                    <a:pt x="53" y="266"/>
                  </a:cubicBezTo>
                  <a:cubicBezTo>
                    <a:pt x="53" y="153"/>
                    <a:pt x="153" y="49"/>
                    <a:pt x="281" y="49"/>
                  </a:cubicBezTo>
                  <a:close/>
                  <a:moveTo>
                    <a:pt x="281" y="1"/>
                  </a:moveTo>
                  <a:cubicBezTo>
                    <a:pt x="129" y="1"/>
                    <a:pt x="1" y="113"/>
                    <a:pt x="1" y="266"/>
                  </a:cubicBezTo>
                  <a:cubicBezTo>
                    <a:pt x="1" y="418"/>
                    <a:pt x="129" y="546"/>
                    <a:pt x="281" y="546"/>
                  </a:cubicBezTo>
                  <a:lnTo>
                    <a:pt x="838" y="546"/>
                  </a:lnTo>
                  <a:cubicBezTo>
                    <a:pt x="991" y="546"/>
                    <a:pt x="1119" y="418"/>
                    <a:pt x="1119" y="266"/>
                  </a:cubicBezTo>
                  <a:cubicBezTo>
                    <a:pt x="1119" y="113"/>
                    <a:pt x="991" y="1"/>
                    <a:pt x="83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"/>
            <p:cNvSpPr/>
            <p:nvPr/>
          </p:nvSpPr>
          <p:spPr>
            <a:xfrm>
              <a:off x="6362399" y="1580817"/>
              <a:ext cx="174200" cy="176548"/>
            </a:xfrm>
            <a:custGeom>
              <a:rect b="b" l="l" r="r" t="t"/>
              <a:pathLst>
                <a:path extrusionOk="0" h="1054" w="1040">
                  <a:moveTo>
                    <a:pt x="521" y="0"/>
                  </a:moveTo>
                  <a:cubicBezTo>
                    <a:pt x="229" y="0"/>
                    <a:pt x="1" y="228"/>
                    <a:pt x="1" y="521"/>
                  </a:cubicBezTo>
                  <a:cubicBezTo>
                    <a:pt x="1" y="810"/>
                    <a:pt x="229" y="1054"/>
                    <a:pt x="521" y="1054"/>
                  </a:cubicBezTo>
                  <a:cubicBezTo>
                    <a:pt x="811" y="1054"/>
                    <a:pt x="1039" y="810"/>
                    <a:pt x="1039" y="521"/>
                  </a:cubicBezTo>
                  <a:cubicBezTo>
                    <a:pt x="1039" y="228"/>
                    <a:pt x="811" y="0"/>
                    <a:pt x="521" y="0"/>
                  </a:cubicBezTo>
                  <a:close/>
                </a:path>
              </a:pathLst>
            </a:custGeom>
            <a:solidFill>
              <a:srgbClr val="F6EE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"/>
            <p:cNvSpPr/>
            <p:nvPr/>
          </p:nvSpPr>
          <p:spPr>
            <a:xfrm>
              <a:off x="6357876" y="1576127"/>
              <a:ext cx="183245" cy="185425"/>
            </a:xfrm>
            <a:custGeom>
              <a:rect b="b" l="l" r="r" t="t"/>
              <a:pathLst>
                <a:path extrusionOk="0" h="1107" w="1094">
                  <a:moveTo>
                    <a:pt x="548" y="52"/>
                  </a:moveTo>
                  <a:cubicBezTo>
                    <a:pt x="825" y="52"/>
                    <a:pt x="1042" y="269"/>
                    <a:pt x="1042" y="549"/>
                  </a:cubicBezTo>
                  <a:cubicBezTo>
                    <a:pt x="1042" y="826"/>
                    <a:pt x="825" y="1054"/>
                    <a:pt x="548" y="1054"/>
                  </a:cubicBezTo>
                  <a:cubicBezTo>
                    <a:pt x="268" y="1054"/>
                    <a:pt x="52" y="826"/>
                    <a:pt x="52" y="549"/>
                  </a:cubicBezTo>
                  <a:cubicBezTo>
                    <a:pt x="52" y="269"/>
                    <a:pt x="268" y="52"/>
                    <a:pt x="548" y="52"/>
                  </a:cubicBezTo>
                  <a:close/>
                  <a:moveTo>
                    <a:pt x="548" y="1"/>
                  </a:moveTo>
                  <a:cubicBezTo>
                    <a:pt x="244" y="1"/>
                    <a:pt x="0" y="244"/>
                    <a:pt x="0" y="549"/>
                  </a:cubicBezTo>
                  <a:cubicBezTo>
                    <a:pt x="0" y="853"/>
                    <a:pt x="244" y="1106"/>
                    <a:pt x="548" y="1106"/>
                  </a:cubicBezTo>
                  <a:cubicBezTo>
                    <a:pt x="853" y="1106"/>
                    <a:pt x="1093" y="853"/>
                    <a:pt x="1093" y="549"/>
                  </a:cubicBezTo>
                  <a:cubicBezTo>
                    <a:pt x="1093" y="244"/>
                    <a:pt x="853" y="1"/>
                    <a:pt x="54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2"/>
            <p:cNvSpPr/>
            <p:nvPr/>
          </p:nvSpPr>
          <p:spPr>
            <a:xfrm>
              <a:off x="6442967" y="762575"/>
              <a:ext cx="168" cy="616409"/>
            </a:xfrm>
            <a:custGeom>
              <a:rect b="b" l="l" r="r" t="t"/>
              <a:pathLst>
                <a:path extrusionOk="0" h="3680" w="1">
                  <a:moveTo>
                    <a:pt x="1" y="367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6EE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2"/>
            <p:cNvSpPr/>
            <p:nvPr/>
          </p:nvSpPr>
          <p:spPr>
            <a:xfrm>
              <a:off x="6438947" y="762575"/>
              <a:ext cx="8375" cy="616409"/>
            </a:xfrm>
            <a:custGeom>
              <a:rect b="b" l="l" r="r" t="t"/>
              <a:pathLst>
                <a:path extrusionOk="0" h="3680" w="50">
                  <a:moveTo>
                    <a:pt x="0" y="0"/>
                  </a:moveTo>
                  <a:lnTo>
                    <a:pt x="0" y="3679"/>
                  </a:lnTo>
                  <a:lnTo>
                    <a:pt x="49" y="367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2"/>
            <p:cNvSpPr/>
            <p:nvPr/>
          </p:nvSpPr>
          <p:spPr>
            <a:xfrm>
              <a:off x="6185853" y="1410301"/>
              <a:ext cx="527122" cy="265491"/>
            </a:xfrm>
            <a:custGeom>
              <a:rect b="b" l="l" r="r" t="t"/>
              <a:pathLst>
                <a:path extrusionOk="0" h="1585" w="3147">
                  <a:moveTo>
                    <a:pt x="1575" y="1"/>
                  </a:moveTo>
                  <a:cubicBezTo>
                    <a:pt x="698" y="1"/>
                    <a:pt x="1" y="714"/>
                    <a:pt x="1" y="1575"/>
                  </a:cubicBezTo>
                  <a:cubicBezTo>
                    <a:pt x="1" y="1581"/>
                    <a:pt x="787" y="1585"/>
                    <a:pt x="1574" y="1585"/>
                  </a:cubicBezTo>
                  <a:cubicBezTo>
                    <a:pt x="2360" y="1585"/>
                    <a:pt x="3147" y="1581"/>
                    <a:pt x="3147" y="1575"/>
                  </a:cubicBezTo>
                  <a:cubicBezTo>
                    <a:pt x="3147" y="714"/>
                    <a:pt x="2437" y="1"/>
                    <a:pt x="1575" y="1"/>
                  </a:cubicBezTo>
                  <a:close/>
                </a:path>
              </a:pathLst>
            </a:custGeom>
            <a:solidFill>
              <a:srgbClr val="F6EE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"/>
            <p:cNvSpPr/>
            <p:nvPr/>
          </p:nvSpPr>
          <p:spPr>
            <a:xfrm>
              <a:off x="6181833" y="1406281"/>
              <a:ext cx="535832" cy="274537"/>
            </a:xfrm>
            <a:custGeom>
              <a:rect b="b" l="l" r="r" t="t"/>
              <a:pathLst>
                <a:path extrusionOk="0" h="1639" w="3199">
                  <a:moveTo>
                    <a:pt x="1599" y="52"/>
                  </a:moveTo>
                  <a:cubicBezTo>
                    <a:pt x="2449" y="52"/>
                    <a:pt x="3134" y="738"/>
                    <a:pt x="3146" y="1587"/>
                  </a:cubicBezTo>
                  <a:lnTo>
                    <a:pt x="49" y="1587"/>
                  </a:lnTo>
                  <a:cubicBezTo>
                    <a:pt x="61" y="738"/>
                    <a:pt x="747" y="52"/>
                    <a:pt x="1599" y="52"/>
                  </a:cubicBezTo>
                  <a:close/>
                  <a:moveTo>
                    <a:pt x="1599" y="1"/>
                  </a:moveTo>
                  <a:cubicBezTo>
                    <a:pt x="710" y="1"/>
                    <a:pt x="0" y="725"/>
                    <a:pt x="0" y="1599"/>
                  </a:cubicBezTo>
                  <a:cubicBezTo>
                    <a:pt x="0" y="1639"/>
                    <a:pt x="0" y="1639"/>
                    <a:pt x="506" y="1639"/>
                  </a:cubicBezTo>
                  <a:lnTo>
                    <a:pt x="2677" y="1639"/>
                  </a:lnTo>
                  <a:cubicBezTo>
                    <a:pt x="3198" y="1639"/>
                    <a:pt x="3198" y="1639"/>
                    <a:pt x="3198" y="1599"/>
                  </a:cubicBezTo>
                  <a:cubicBezTo>
                    <a:pt x="3198" y="725"/>
                    <a:pt x="2473" y="1"/>
                    <a:pt x="1599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"/>
            <p:cNvSpPr/>
            <p:nvPr/>
          </p:nvSpPr>
          <p:spPr>
            <a:xfrm>
              <a:off x="8211608" y="1823023"/>
              <a:ext cx="212390" cy="100166"/>
            </a:xfrm>
            <a:custGeom>
              <a:rect b="b" l="l" r="r" t="t"/>
              <a:pathLst>
                <a:path extrusionOk="0" h="598" w="1268">
                  <a:moveTo>
                    <a:pt x="1219" y="49"/>
                  </a:moveTo>
                  <a:lnTo>
                    <a:pt x="1219" y="546"/>
                  </a:lnTo>
                  <a:lnTo>
                    <a:pt x="49" y="546"/>
                  </a:lnTo>
                  <a:lnTo>
                    <a:pt x="49" y="49"/>
                  </a:lnTo>
                  <a:close/>
                  <a:moveTo>
                    <a:pt x="37" y="1"/>
                  </a:moveTo>
                  <a:cubicBezTo>
                    <a:pt x="25" y="1"/>
                    <a:pt x="0" y="13"/>
                    <a:pt x="0" y="37"/>
                  </a:cubicBezTo>
                  <a:lnTo>
                    <a:pt x="0" y="558"/>
                  </a:lnTo>
                  <a:cubicBezTo>
                    <a:pt x="0" y="570"/>
                    <a:pt x="25" y="598"/>
                    <a:pt x="37" y="598"/>
                  </a:cubicBezTo>
                  <a:lnTo>
                    <a:pt x="1231" y="598"/>
                  </a:lnTo>
                  <a:cubicBezTo>
                    <a:pt x="1255" y="598"/>
                    <a:pt x="1267" y="570"/>
                    <a:pt x="1267" y="558"/>
                  </a:cubicBezTo>
                  <a:lnTo>
                    <a:pt x="1267" y="37"/>
                  </a:lnTo>
                  <a:cubicBezTo>
                    <a:pt x="1267" y="13"/>
                    <a:pt x="1255" y="1"/>
                    <a:pt x="1231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"/>
            <p:cNvSpPr/>
            <p:nvPr/>
          </p:nvSpPr>
          <p:spPr>
            <a:xfrm>
              <a:off x="7984142" y="1823023"/>
              <a:ext cx="210213" cy="100166"/>
            </a:xfrm>
            <a:custGeom>
              <a:rect b="b" l="l" r="r" t="t"/>
              <a:pathLst>
                <a:path extrusionOk="0" h="598" w="1255">
                  <a:moveTo>
                    <a:pt x="1206" y="49"/>
                  </a:moveTo>
                  <a:lnTo>
                    <a:pt x="1206" y="546"/>
                  </a:lnTo>
                  <a:lnTo>
                    <a:pt x="52" y="546"/>
                  </a:lnTo>
                  <a:lnTo>
                    <a:pt x="52" y="49"/>
                  </a:lnTo>
                  <a:close/>
                  <a:moveTo>
                    <a:pt x="37" y="1"/>
                  </a:moveTo>
                  <a:cubicBezTo>
                    <a:pt x="12" y="1"/>
                    <a:pt x="0" y="13"/>
                    <a:pt x="0" y="37"/>
                  </a:cubicBezTo>
                  <a:lnTo>
                    <a:pt x="0" y="558"/>
                  </a:lnTo>
                  <a:cubicBezTo>
                    <a:pt x="0" y="570"/>
                    <a:pt x="12" y="598"/>
                    <a:pt x="37" y="598"/>
                  </a:cubicBezTo>
                  <a:lnTo>
                    <a:pt x="1218" y="598"/>
                  </a:lnTo>
                  <a:cubicBezTo>
                    <a:pt x="1230" y="598"/>
                    <a:pt x="1255" y="570"/>
                    <a:pt x="1255" y="558"/>
                  </a:cubicBezTo>
                  <a:lnTo>
                    <a:pt x="1255" y="37"/>
                  </a:lnTo>
                  <a:cubicBezTo>
                    <a:pt x="1255" y="13"/>
                    <a:pt x="1230" y="1"/>
                    <a:pt x="121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"/>
            <p:cNvSpPr/>
            <p:nvPr/>
          </p:nvSpPr>
          <p:spPr>
            <a:xfrm>
              <a:off x="8117808" y="1933239"/>
              <a:ext cx="210715" cy="98156"/>
            </a:xfrm>
            <a:custGeom>
              <a:rect b="b" l="l" r="r" t="t"/>
              <a:pathLst>
                <a:path extrusionOk="0" h="586" w="1258">
                  <a:moveTo>
                    <a:pt x="1206" y="52"/>
                  </a:moveTo>
                  <a:lnTo>
                    <a:pt x="1206" y="533"/>
                  </a:lnTo>
                  <a:lnTo>
                    <a:pt x="52" y="533"/>
                  </a:lnTo>
                  <a:lnTo>
                    <a:pt x="52" y="52"/>
                  </a:lnTo>
                  <a:close/>
                  <a:moveTo>
                    <a:pt x="40" y="0"/>
                  </a:moveTo>
                  <a:cubicBezTo>
                    <a:pt x="15" y="0"/>
                    <a:pt x="0" y="16"/>
                    <a:pt x="0" y="40"/>
                  </a:cubicBezTo>
                  <a:lnTo>
                    <a:pt x="0" y="549"/>
                  </a:lnTo>
                  <a:cubicBezTo>
                    <a:pt x="0" y="573"/>
                    <a:pt x="15" y="585"/>
                    <a:pt x="40" y="585"/>
                  </a:cubicBezTo>
                  <a:lnTo>
                    <a:pt x="1218" y="585"/>
                  </a:lnTo>
                  <a:cubicBezTo>
                    <a:pt x="1246" y="585"/>
                    <a:pt x="1258" y="573"/>
                    <a:pt x="1258" y="549"/>
                  </a:cubicBezTo>
                  <a:lnTo>
                    <a:pt x="1258" y="40"/>
                  </a:lnTo>
                  <a:cubicBezTo>
                    <a:pt x="1258" y="16"/>
                    <a:pt x="1246" y="0"/>
                    <a:pt x="1218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"/>
            <p:cNvSpPr/>
            <p:nvPr/>
          </p:nvSpPr>
          <p:spPr>
            <a:xfrm>
              <a:off x="8117808" y="1708285"/>
              <a:ext cx="210715" cy="100166"/>
            </a:xfrm>
            <a:custGeom>
              <a:rect b="b" l="l" r="r" t="t"/>
              <a:pathLst>
                <a:path extrusionOk="0" h="598" w="1258">
                  <a:moveTo>
                    <a:pt x="1206" y="49"/>
                  </a:moveTo>
                  <a:lnTo>
                    <a:pt x="1206" y="546"/>
                  </a:lnTo>
                  <a:lnTo>
                    <a:pt x="52" y="546"/>
                  </a:lnTo>
                  <a:lnTo>
                    <a:pt x="52" y="49"/>
                  </a:lnTo>
                  <a:close/>
                  <a:moveTo>
                    <a:pt x="40" y="0"/>
                  </a:moveTo>
                  <a:cubicBezTo>
                    <a:pt x="15" y="0"/>
                    <a:pt x="0" y="25"/>
                    <a:pt x="0" y="49"/>
                  </a:cubicBezTo>
                  <a:lnTo>
                    <a:pt x="0" y="558"/>
                  </a:lnTo>
                  <a:cubicBezTo>
                    <a:pt x="0" y="582"/>
                    <a:pt x="15" y="597"/>
                    <a:pt x="40" y="597"/>
                  </a:cubicBezTo>
                  <a:lnTo>
                    <a:pt x="1218" y="597"/>
                  </a:lnTo>
                  <a:cubicBezTo>
                    <a:pt x="1246" y="597"/>
                    <a:pt x="1258" y="582"/>
                    <a:pt x="1258" y="558"/>
                  </a:cubicBezTo>
                  <a:lnTo>
                    <a:pt x="1258" y="49"/>
                  </a:lnTo>
                  <a:cubicBezTo>
                    <a:pt x="1258" y="25"/>
                    <a:pt x="1246" y="0"/>
                    <a:pt x="1218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2"/>
            <p:cNvSpPr/>
            <p:nvPr/>
          </p:nvSpPr>
          <p:spPr>
            <a:xfrm>
              <a:off x="6517505" y="3550795"/>
              <a:ext cx="286760" cy="1043876"/>
            </a:xfrm>
            <a:custGeom>
              <a:rect b="b" l="l" r="r" t="t"/>
              <a:pathLst>
                <a:path extrusionOk="0" h="6232" w="1712">
                  <a:moveTo>
                    <a:pt x="1688" y="1"/>
                  </a:moveTo>
                  <a:cubicBezTo>
                    <a:pt x="1675" y="1"/>
                    <a:pt x="1663" y="13"/>
                    <a:pt x="1663" y="28"/>
                  </a:cubicBezTo>
                  <a:lnTo>
                    <a:pt x="13" y="6207"/>
                  </a:lnTo>
                  <a:cubicBezTo>
                    <a:pt x="0" y="6219"/>
                    <a:pt x="13" y="6232"/>
                    <a:pt x="25" y="6232"/>
                  </a:cubicBezTo>
                  <a:lnTo>
                    <a:pt x="37" y="6232"/>
                  </a:lnTo>
                  <a:cubicBezTo>
                    <a:pt x="37" y="6232"/>
                    <a:pt x="52" y="6232"/>
                    <a:pt x="64" y="6219"/>
                  </a:cubicBezTo>
                  <a:lnTo>
                    <a:pt x="1700" y="40"/>
                  </a:lnTo>
                  <a:cubicBezTo>
                    <a:pt x="1712" y="28"/>
                    <a:pt x="1700" y="13"/>
                    <a:pt x="168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2"/>
            <p:cNvSpPr/>
            <p:nvPr/>
          </p:nvSpPr>
          <p:spPr>
            <a:xfrm>
              <a:off x="7055182" y="3550795"/>
              <a:ext cx="320930" cy="1035165"/>
            </a:xfrm>
            <a:custGeom>
              <a:rect b="b" l="l" r="r" t="t"/>
              <a:pathLst>
                <a:path extrusionOk="0" h="6180" w="1916">
                  <a:moveTo>
                    <a:pt x="13" y="1"/>
                  </a:moveTo>
                  <a:cubicBezTo>
                    <a:pt x="0" y="13"/>
                    <a:pt x="0" y="28"/>
                    <a:pt x="0" y="40"/>
                  </a:cubicBezTo>
                  <a:lnTo>
                    <a:pt x="1852" y="6155"/>
                  </a:lnTo>
                  <a:cubicBezTo>
                    <a:pt x="1867" y="6168"/>
                    <a:pt x="1879" y="6180"/>
                    <a:pt x="1879" y="6180"/>
                  </a:cubicBezTo>
                  <a:lnTo>
                    <a:pt x="1892" y="6180"/>
                  </a:lnTo>
                  <a:cubicBezTo>
                    <a:pt x="1904" y="6168"/>
                    <a:pt x="1916" y="6155"/>
                    <a:pt x="1904" y="6143"/>
                  </a:cubicBezTo>
                  <a:lnTo>
                    <a:pt x="52" y="28"/>
                  </a:lnTo>
                  <a:cubicBezTo>
                    <a:pt x="40" y="13"/>
                    <a:pt x="25" y="1"/>
                    <a:pt x="13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"/>
            <p:cNvSpPr/>
            <p:nvPr/>
          </p:nvSpPr>
          <p:spPr>
            <a:xfrm>
              <a:off x="6566415" y="2213803"/>
              <a:ext cx="916393" cy="1360623"/>
            </a:xfrm>
            <a:custGeom>
              <a:rect b="b" l="l" r="r" t="t"/>
              <a:pathLst>
                <a:path extrusionOk="0" h="8123" w="5471">
                  <a:moveTo>
                    <a:pt x="3095" y="0"/>
                  </a:moveTo>
                  <a:cubicBezTo>
                    <a:pt x="2233" y="0"/>
                    <a:pt x="1548" y="701"/>
                    <a:pt x="1548" y="1551"/>
                  </a:cubicBezTo>
                  <a:lnTo>
                    <a:pt x="1548" y="7249"/>
                  </a:lnTo>
                  <a:lnTo>
                    <a:pt x="1" y="7249"/>
                  </a:lnTo>
                  <a:lnTo>
                    <a:pt x="1" y="8123"/>
                  </a:lnTo>
                  <a:lnTo>
                    <a:pt x="4593" y="8123"/>
                  </a:lnTo>
                  <a:cubicBezTo>
                    <a:pt x="5075" y="8123"/>
                    <a:pt x="5470" y="7730"/>
                    <a:pt x="5470" y="7249"/>
                  </a:cubicBezTo>
                  <a:lnTo>
                    <a:pt x="5470" y="1551"/>
                  </a:lnTo>
                  <a:cubicBezTo>
                    <a:pt x="5470" y="701"/>
                    <a:pt x="4785" y="0"/>
                    <a:pt x="3920" y="0"/>
                  </a:cubicBez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"/>
            <p:cNvSpPr/>
            <p:nvPr/>
          </p:nvSpPr>
          <p:spPr>
            <a:xfrm>
              <a:off x="6226221" y="2118328"/>
              <a:ext cx="639850" cy="779054"/>
            </a:xfrm>
            <a:custGeom>
              <a:rect b="b" l="l" r="r" t="t"/>
              <a:pathLst>
                <a:path extrusionOk="0" h="4651" w="3820">
                  <a:moveTo>
                    <a:pt x="229" y="1"/>
                  </a:moveTo>
                  <a:cubicBezTo>
                    <a:pt x="165" y="1"/>
                    <a:pt x="116" y="53"/>
                    <a:pt x="128" y="114"/>
                  </a:cubicBezTo>
                  <a:cubicBezTo>
                    <a:pt x="128" y="141"/>
                    <a:pt x="141" y="165"/>
                    <a:pt x="153" y="178"/>
                  </a:cubicBezTo>
                  <a:cubicBezTo>
                    <a:pt x="241" y="306"/>
                    <a:pt x="317" y="433"/>
                    <a:pt x="421" y="558"/>
                  </a:cubicBezTo>
                  <a:cubicBezTo>
                    <a:pt x="472" y="632"/>
                    <a:pt x="508" y="698"/>
                    <a:pt x="548" y="754"/>
                  </a:cubicBezTo>
                  <a:lnTo>
                    <a:pt x="548" y="754"/>
                  </a:lnTo>
                  <a:cubicBezTo>
                    <a:pt x="536" y="740"/>
                    <a:pt x="523" y="726"/>
                    <a:pt x="509" y="711"/>
                  </a:cubicBezTo>
                  <a:cubicBezTo>
                    <a:pt x="393" y="586"/>
                    <a:pt x="281" y="458"/>
                    <a:pt x="177" y="330"/>
                  </a:cubicBezTo>
                  <a:cubicBezTo>
                    <a:pt x="153" y="306"/>
                    <a:pt x="128" y="293"/>
                    <a:pt x="101" y="281"/>
                  </a:cubicBezTo>
                  <a:lnTo>
                    <a:pt x="52" y="281"/>
                  </a:lnTo>
                  <a:cubicBezTo>
                    <a:pt x="40" y="281"/>
                    <a:pt x="25" y="293"/>
                    <a:pt x="13" y="318"/>
                  </a:cubicBezTo>
                  <a:cubicBezTo>
                    <a:pt x="0" y="330"/>
                    <a:pt x="0" y="357"/>
                    <a:pt x="13" y="369"/>
                  </a:cubicBezTo>
                  <a:cubicBezTo>
                    <a:pt x="25" y="406"/>
                    <a:pt x="40" y="433"/>
                    <a:pt x="64" y="470"/>
                  </a:cubicBezTo>
                  <a:cubicBezTo>
                    <a:pt x="116" y="546"/>
                    <a:pt x="177" y="622"/>
                    <a:pt x="241" y="711"/>
                  </a:cubicBezTo>
                  <a:cubicBezTo>
                    <a:pt x="304" y="786"/>
                    <a:pt x="368" y="873"/>
                    <a:pt x="419" y="964"/>
                  </a:cubicBezTo>
                  <a:lnTo>
                    <a:pt x="419" y="964"/>
                  </a:lnTo>
                  <a:cubicBezTo>
                    <a:pt x="404" y="937"/>
                    <a:pt x="381" y="914"/>
                    <a:pt x="369" y="890"/>
                  </a:cubicBezTo>
                  <a:cubicBezTo>
                    <a:pt x="329" y="851"/>
                    <a:pt x="281" y="814"/>
                    <a:pt x="241" y="775"/>
                  </a:cubicBezTo>
                  <a:cubicBezTo>
                    <a:pt x="192" y="723"/>
                    <a:pt x="153" y="674"/>
                    <a:pt x="89" y="674"/>
                  </a:cubicBezTo>
                  <a:cubicBezTo>
                    <a:pt x="64" y="674"/>
                    <a:pt x="25" y="686"/>
                    <a:pt x="13" y="698"/>
                  </a:cubicBezTo>
                  <a:lnTo>
                    <a:pt x="13" y="738"/>
                  </a:lnTo>
                  <a:cubicBezTo>
                    <a:pt x="25" y="787"/>
                    <a:pt x="52" y="814"/>
                    <a:pt x="77" y="838"/>
                  </a:cubicBezTo>
                  <a:cubicBezTo>
                    <a:pt x="101" y="875"/>
                    <a:pt x="128" y="902"/>
                    <a:pt x="153" y="927"/>
                  </a:cubicBezTo>
                  <a:cubicBezTo>
                    <a:pt x="204" y="991"/>
                    <a:pt x="253" y="1043"/>
                    <a:pt x="317" y="1103"/>
                  </a:cubicBezTo>
                  <a:cubicBezTo>
                    <a:pt x="345" y="1143"/>
                    <a:pt x="369" y="1167"/>
                    <a:pt x="405" y="1207"/>
                  </a:cubicBezTo>
                  <a:lnTo>
                    <a:pt x="253" y="1103"/>
                  </a:lnTo>
                  <a:cubicBezTo>
                    <a:pt x="222" y="1088"/>
                    <a:pt x="163" y="1067"/>
                    <a:pt x="119" y="1067"/>
                  </a:cubicBezTo>
                  <a:cubicBezTo>
                    <a:pt x="94" y="1067"/>
                    <a:pt x="73" y="1074"/>
                    <a:pt x="64" y="1091"/>
                  </a:cubicBezTo>
                  <a:cubicBezTo>
                    <a:pt x="52" y="1131"/>
                    <a:pt x="64" y="1167"/>
                    <a:pt x="89" y="1195"/>
                  </a:cubicBezTo>
                  <a:lnTo>
                    <a:pt x="878" y="1816"/>
                  </a:lnTo>
                  <a:lnTo>
                    <a:pt x="1611" y="4176"/>
                  </a:lnTo>
                  <a:cubicBezTo>
                    <a:pt x="1718" y="4480"/>
                    <a:pt x="1996" y="4651"/>
                    <a:pt x="2278" y="4651"/>
                  </a:cubicBezTo>
                  <a:cubicBezTo>
                    <a:pt x="2432" y="4651"/>
                    <a:pt x="2587" y="4600"/>
                    <a:pt x="2717" y="4493"/>
                  </a:cubicBezTo>
                  <a:lnTo>
                    <a:pt x="3819" y="3540"/>
                  </a:lnTo>
                  <a:lnTo>
                    <a:pt x="3022" y="2108"/>
                  </a:lnTo>
                  <a:lnTo>
                    <a:pt x="2309" y="2702"/>
                  </a:lnTo>
                  <a:lnTo>
                    <a:pt x="1599" y="1271"/>
                  </a:lnTo>
                  <a:lnTo>
                    <a:pt x="1611" y="1271"/>
                  </a:lnTo>
                  <a:cubicBezTo>
                    <a:pt x="1599" y="1244"/>
                    <a:pt x="1587" y="1231"/>
                    <a:pt x="1575" y="1207"/>
                  </a:cubicBezTo>
                  <a:cubicBezTo>
                    <a:pt x="1410" y="875"/>
                    <a:pt x="1231" y="558"/>
                    <a:pt x="1066" y="229"/>
                  </a:cubicBezTo>
                  <a:cubicBezTo>
                    <a:pt x="1054" y="205"/>
                    <a:pt x="1042" y="178"/>
                    <a:pt x="1015" y="165"/>
                  </a:cubicBezTo>
                  <a:cubicBezTo>
                    <a:pt x="997" y="138"/>
                    <a:pt x="972" y="123"/>
                    <a:pt x="944" y="123"/>
                  </a:cubicBezTo>
                  <a:cubicBezTo>
                    <a:pt x="934" y="123"/>
                    <a:pt x="924" y="125"/>
                    <a:pt x="914" y="129"/>
                  </a:cubicBezTo>
                  <a:cubicBezTo>
                    <a:pt x="862" y="141"/>
                    <a:pt x="838" y="165"/>
                    <a:pt x="814" y="205"/>
                  </a:cubicBezTo>
                  <a:cubicBezTo>
                    <a:pt x="801" y="242"/>
                    <a:pt x="814" y="293"/>
                    <a:pt x="826" y="342"/>
                  </a:cubicBezTo>
                  <a:cubicBezTo>
                    <a:pt x="838" y="394"/>
                    <a:pt x="862" y="458"/>
                    <a:pt x="878" y="522"/>
                  </a:cubicBezTo>
                  <a:cubicBezTo>
                    <a:pt x="895" y="556"/>
                    <a:pt x="862" y="592"/>
                    <a:pt x="827" y="592"/>
                  </a:cubicBezTo>
                  <a:cubicBezTo>
                    <a:pt x="813" y="592"/>
                    <a:pt x="798" y="586"/>
                    <a:pt x="786" y="570"/>
                  </a:cubicBezTo>
                  <a:cubicBezTo>
                    <a:pt x="634" y="406"/>
                    <a:pt x="482" y="242"/>
                    <a:pt x="329" y="77"/>
                  </a:cubicBezTo>
                  <a:cubicBezTo>
                    <a:pt x="305" y="38"/>
                    <a:pt x="268" y="13"/>
                    <a:pt x="229" y="1"/>
                  </a:cubicBezTo>
                  <a:close/>
                </a:path>
              </a:pathLst>
            </a:custGeom>
            <a:solidFill>
              <a:srgbClr val="E8A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2"/>
            <p:cNvSpPr/>
            <p:nvPr/>
          </p:nvSpPr>
          <p:spPr>
            <a:xfrm>
              <a:off x="6226221" y="2118328"/>
              <a:ext cx="561292" cy="778217"/>
            </a:xfrm>
            <a:custGeom>
              <a:rect b="b" l="l" r="r" t="t"/>
              <a:pathLst>
                <a:path extrusionOk="0" h="4646" w="3351">
                  <a:moveTo>
                    <a:pt x="2361" y="4530"/>
                  </a:moveTo>
                  <a:lnTo>
                    <a:pt x="2361" y="4530"/>
                  </a:lnTo>
                  <a:cubicBezTo>
                    <a:pt x="2350" y="4534"/>
                    <a:pt x="2338" y="4539"/>
                    <a:pt x="2327" y="4545"/>
                  </a:cubicBezTo>
                  <a:lnTo>
                    <a:pt x="2327" y="4545"/>
                  </a:lnTo>
                  <a:cubicBezTo>
                    <a:pt x="2338" y="4545"/>
                    <a:pt x="2350" y="4543"/>
                    <a:pt x="2361" y="4530"/>
                  </a:cubicBezTo>
                  <a:close/>
                  <a:moveTo>
                    <a:pt x="217" y="1"/>
                  </a:moveTo>
                  <a:cubicBezTo>
                    <a:pt x="165" y="1"/>
                    <a:pt x="128" y="53"/>
                    <a:pt x="128" y="101"/>
                  </a:cubicBezTo>
                  <a:lnTo>
                    <a:pt x="128" y="114"/>
                  </a:lnTo>
                  <a:cubicBezTo>
                    <a:pt x="128" y="141"/>
                    <a:pt x="141" y="165"/>
                    <a:pt x="153" y="178"/>
                  </a:cubicBezTo>
                  <a:cubicBezTo>
                    <a:pt x="241" y="306"/>
                    <a:pt x="317" y="433"/>
                    <a:pt x="421" y="558"/>
                  </a:cubicBezTo>
                  <a:cubicBezTo>
                    <a:pt x="482" y="647"/>
                    <a:pt x="509" y="711"/>
                    <a:pt x="558" y="775"/>
                  </a:cubicBezTo>
                  <a:cubicBezTo>
                    <a:pt x="546" y="762"/>
                    <a:pt x="521" y="738"/>
                    <a:pt x="509" y="711"/>
                  </a:cubicBezTo>
                  <a:cubicBezTo>
                    <a:pt x="393" y="586"/>
                    <a:pt x="281" y="458"/>
                    <a:pt x="177" y="330"/>
                  </a:cubicBezTo>
                  <a:cubicBezTo>
                    <a:pt x="153" y="306"/>
                    <a:pt x="128" y="293"/>
                    <a:pt x="101" y="281"/>
                  </a:cubicBezTo>
                  <a:lnTo>
                    <a:pt x="52" y="281"/>
                  </a:lnTo>
                  <a:cubicBezTo>
                    <a:pt x="40" y="281"/>
                    <a:pt x="25" y="293"/>
                    <a:pt x="13" y="318"/>
                  </a:cubicBezTo>
                  <a:cubicBezTo>
                    <a:pt x="13" y="318"/>
                    <a:pt x="0" y="330"/>
                    <a:pt x="0" y="342"/>
                  </a:cubicBezTo>
                  <a:cubicBezTo>
                    <a:pt x="0" y="357"/>
                    <a:pt x="13" y="357"/>
                    <a:pt x="13" y="369"/>
                  </a:cubicBezTo>
                  <a:cubicBezTo>
                    <a:pt x="25" y="406"/>
                    <a:pt x="40" y="433"/>
                    <a:pt x="64" y="470"/>
                  </a:cubicBezTo>
                  <a:cubicBezTo>
                    <a:pt x="116" y="546"/>
                    <a:pt x="177" y="622"/>
                    <a:pt x="241" y="711"/>
                  </a:cubicBezTo>
                  <a:cubicBezTo>
                    <a:pt x="304" y="786"/>
                    <a:pt x="368" y="873"/>
                    <a:pt x="419" y="964"/>
                  </a:cubicBezTo>
                  <a:lnTo>
                    <a:pt x="419" y="964"/>
                  </a:lnTo>
                  <a:cubicBezTo>
                    <a:pt x="404" y="937"/>
                    <a:pt x="381" y="914"/>
                    <a:pt x="369" y="890"/>
                  </a:cubicBezTo>
                  <a:cubicBezTo>
                    <a:pt x="329" y="851"/>
                    <a:pt x="281" y="814"/>
                    <a:pt x="241" y="775"/>
                  </a:cubicBezTo>
                  <a:cubicBezTo>
                    <a:pt x="192" y="723"/>
                    <a:pt x="153" y="674"/>
                    <a:pt x="89" y="674"/>
                  </a:cubicBezTo>
                  <a:lnTo>
                    <a:pt x="77" y="674"/>
                  </a:lnTo>
                  <a:cubicBezTo>
                    <a:pt x="52" y="674"/>
                    <a:pt x="25" y="686"/>
                    <a:pt x="13" y="698"/>
                  </a:cubicBezTo>
                  <a:lnTo>
                    <a:pt x="13" y="723"/>
                  </a:lnTo>
                  <a:lnTo>
                    <a:pt x="13" y="738"/>
                  </a:lnTo>
                  <a:cubicBezTo>
                    <a:pt x="25" y="787"/>
                    <a:pt x="52" y="814"/>
                    <a:pt x="77" y="838"/>
                  </a:cubicBezTo>
                  <a:cubicBezTo>
                    <a:pt x="101" y="875"/>
                    <a:pt x="128" y="902"/>
                    <a:pt x="153" y="927"/>
                  </a:cubicBezTo>
                  <a:cubicBezTo>
                    <a:pt x="204" y="991"/>
                    <a:pt x="253" y="1043"/>
                    <a:pt x="317" y="1103"/>
                  </a:cubicBezTo>
                  <a:cubicBezTo>
                    <a:pt x="345" y="1143"/>
                    <a:pt x="369" y="1167"/>
                    <a:pt x="405" y="1207"/>
                  </a:cubicBezTo>
                  <a:lnTo>
                    <a:pt x="253" y="1103"/>
                  </a:lnTo>
                  <a:cubicBezTo>
                    <a:pt x="229" y="1091"/>
                    <a:pt x="165" y="1067"/>
                    <a:pt x="128" y="1067"/>
                  </a:cubicBezTo>
                  <a:cubicBezTo>
                    <a:pt x="101" y="1067"/>
                    <a:pt x="77" y="1067"/>
                    <a:pt x="64" y="1091"/>
                  </a:cubicBezTo>
                  <a:cubicBezTo>
                    <a:pt x="64" y="1103"/>
                    <a:pt x="52" y="1119"/>
                    <a:pt x="52" y="1131"/>
                  </a:cubicBezTo>
                  <a:cubicBezTo>
                    <a:pt x="52" y="1155"/>
                    <a:pt x="64" y="1180"/>
                    <a:pt x="89" y="1195"/>
                  </a:cubicBezTo>
                  <a:lnTo>
                    <a:pt x="878" y="1816"/>
                  </a:lnTo>
                  <a:lnTo>
                    <a:pt x="1611" y="4176"/>
                  </a:lnTo>
                  <a:cubicBezTo>
                    <a:pt x="1715" y="4453"/>
                    <a:pt x="1956" y="4633"/>
                    <a:pt x="2208" y="4645"/>
                  </a:cubicBezTo>
                  <a:cubicBezTo>
                    <a:pt x="2229" y="4603"/>
                    <a:pt x="2276" y="4570"/>
                    <a:pt x="2327" y="4545"/>
                  </a:cubicBezTo>
                  <a:lnTo>
                    <a:pt x="2327" y="4545"/>
                  </a:lnTo>
                  <a:cubicBezTo>
                    <a:pt x="2326" y="4545"/>
                    <a:pt x="2325" y="4545"/>
                    <a:pt x="2324" y="4545"/>
                  </a:cubicBezTo>
                  <a:cubicBezTo>
                    <a:pt x="2272" y="4545"/>
                    <a:pt x="2221" y="4517"/>
                    <a:pt x="2208" y="4441"/>
                  </a:cubicBezTo>
                  <a:cubicBezTo>
                    <a:pt x="2172" y="4201"/>
                    <a:pt x="2476" y="4213"/>
                    <a:pt x="2665" y="4201"/>
                  </a:cubicBezTo>
                  <a:cubicBezTo>
                    <a:pt x="2754" y="4201"/>
                    <a:pt x="2830" y="4201"/>
                    <a:pt x="2906" y="4188"/>
                  </a:cubicBezTo>
                  <a:cubicBezTo>
                    <a:pt x="2857" y="4125"/>
                    <a:pt x="2793" y="4061"/>
                    <a:pt x="2754" y="3984"/>
                  </a:cubicBezTo>
                  <a:cubicBezTo>
                    <a:pt x="2754" y="3960"/>
                    <a:pt x="2741" y="3936"/>
                    <a:pt x="2754" y="3908"/>
                  </a:cubicBezTo>
                  <a:cubicBezTo>
                    <a:pt x="2766" y="3884"/>
                    <a:pt x="2793" y="3872"/>
                    <a:pt x="2805" y="3872"/>
                  </a:cubicBezTo>
                  <a:lnTo>
                    <a:pt x="2817" y="3872"/>
                  </a:lnTo>
                  <a:cubicBezTo>
                    <a:pt x="2842" y="3872"/>
                    <a:pt x="2857" y="3884"/>
                    <a:pt x="2869" y="3884"/>
                  </a:cubicBezTo>
                  <a:cubicBezTo>
                    <a:pt x="2958" y="3908"/>
                    <a:pt x="3110" y="3960"/>
                    <a:pt x="3250" y="4024"/>
                  </a:cubicBezTo>
                  <a:lnTo>
                    <a:pt x="3314" y="3972"/>
                  </a:lnTo>
                  <a:lnTo>
                    <a:pt x="3350" y="3820"/>
                  </a:lnTo>
                  <a:lnTo>
                    <a:pt x="2476" y="2565"/>
                  </a:lnTo>
                  <a:lnTo>
                    <a:pt x="2309" y="2702"/>
                  </a:lnTo>
                  <a:lnTo>
                    <a:pt x="1599" y="1271"/>
                  </a:lnTo>
                  <a:lnTo>
                    <a:pt x="1611" y="1271"/>
                  </a:lnTo>
                  <a:cubicBezTo>
                    <a:pt x="1599" y="1244"/>
                    <a:pt x="1587" y="1231"/>
                    <a:pt x="1575" y="1207"/>
                  </a:cubicBezTo>
                  <a:cubicBezTo>
                    <a:pt x="1410" y="875"/>
                    <a:pt x="1231" y="558"/>
                    <a:pt x="1066" y="229"/>
                  </a:cubicBezTo>
                  <a:cubicBezTo>
                    <a:pt x="1054" y="205"/>
                    <a:pt x="1042" y="178"/>
                    <a:pt x="1015" y="165"/>
                  </a:cubicBezTo>
                  <a:cubicBezTo>
                    <a:pt x="990" y="141"/>
                    <a:pt x="966" y="129"/>
                    <a:pt x="926" y="129"/>
                  </a:cubicBezTo>
                  <a:lnTo>
                    <a:pt x="914" y="129"/>
                  </a:lnTo>
                  <a:cubicBezTo>
                    <a:pt x="862" y="141"/>
                    <a:pt x="838" y="165"/>
                    <a:pt x="814" y="205"/>
                  </a:cubicBezTo>
                  <a:lnTo>
                    <a:pt x="814" y="254"/>
                  </a:lnTo>
                  <a:cubicBezTo>
                    <a:pt x="814" y="281"/>
                    <a:pt x="814" y="318"/>
                    <a:pt x="826" y="342"/>
                  </a:cubicBezTo>
                  <a:cubicBezTo>
                    <a:pt x="838" y="394"/>
                    <a:pt x="862" y="458"/>
                    <a:pt x="878" y="522"/>
                  </a:cubicBezTo>
                  <a:lnTo>
                    <a:pt x="890" y="534"/>
                  </a:lnTo>
                  <a:cubicBezTo>
                    <a:pt x="890" y="570"/>
                    <a:pt x="850" y="598"/>
                    <a:pt x="826" y="598"/>
                  </a:cubicBezTo>
                  <a:cubicBezTo>
                    <a:pt x="814" y="598"/>
                    <a:pt x="801" y="586"/>
                    <a:pt x="786" y="570"/>
                  </a:cubicBezTo>
                  <a:cubicBezTo>
                    <a:pt x="634" y="406"/>
                    <a:pt x="482" y="242"/>
                    <a:pt x="329" y="77"/>
                  </a:cubicBezTo>
                  <a:cubicBezTo>
                    <a:pt x="305" y="38"/>
                    <a:pt x="268" y="13"/>
                    <a:pt x="229" y="1"/>
                  </a:cubicBezTo>
                  <a:close/>
                </a:path>
              </a:pathLst>
            </a:custGeom>
            <a:solidFill>
              <a:srgbClr val="E797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2"/>
            <p:cNvSpPr/>
            <p:nvPr/>
          </p:nvSpPr>
          <p:spPr>
            <a:xfrm>
              <a:off x="6351679" y="2205596"/>
              <a:ext cx="42545" cy="84924"/>
            </a:xfrm>
            <a:custGeom>
              <a:rect b="b" l="l" r="r" t="t"/>
              <a:pathLst>
                <a:path extrusionOk="0" h="507" w="254">
                  <a:moveTo>
                    <a:pt x="129" y="1"/>
                  </a:moveTo>
                  <a:cubicBezTo>
                    <a:pt x="113" y="1"/>
                    <a:pt x="113" y="1"/>
                    <a:pt x="113" y="13"/>
                  </a:cubicBezTo>
                  <a:cubicBezTo>
                    <a:pt x="113" y="13"/>
                    <a:pt x="1" y="266"/>
                    <a:pt x="217" y="506"/>
                  </a:cubicBezTo>
                  <a:lnTo>
                    <a:pt x="253" y="506"/>
                  </a:lnTo>
                  <a:lnTo>
                    <a:pt x="253" y="494"/>
                  </a:lnTo>
                  <a:lnTo>
                    <a:pt x="253" y="470"/>
                  </a:lnTo>
                  <a:cubicBezTo>
                    <a:pt x="52" y="254"/>
                    <a:pt x="153" y="37"/>
                    <a:pt x="153" y="37"/>
                  </a:cubicBezTo>
                  <a:cubicBezTo>
                    <a:pt x="153" y="25"/>
                    <a:pt x="165" y="25"/>
                    <a:pt x="153" y="13"/>
                  </a:cubicBezTo>
                  <a:cubicBezTo>
                    <a:pt x="153" y="13"/>
                    <a:pt x="153" y="1"/>
                    <a:pt x="141" y="1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2"/>
            <p:cNvSpPr/>
            <p:nvPr/>
          </p:nvSpPr>
          <p:spPr>
            <a:xfrm>
              <a:off x="6587353" y="2526527"/>
              <a:ext cx="49077" cy="100166"/>
            </a:xfrm>
            <a:custGeom>
              <a:rect b="b" l="l" r="r" t="t"/>
              <a:pathLst>
                <a:path extrusionOk="0" h="598" w="293">
                  <a:moveTo>
                    <a:pt x="16" y="0"/>
                  </a:moveTo>
                  <a:cubicBezTo>
                    <a:pt x="1" y="0"/>
                    <a:pt x="1" y="25"/>
                    <a:pt x="1" y="37"/>
                  </a:cubicBezTo>
                  <a:lnTo>
                    <a:pt x="244" y="585"/>
                  </a:lnTo>
                  <a:cubicBezTo>
                    <a:pt x="244" y="597"/>
                    <a:pt x="256" y="597"/>
                    <a:pt x="269" y="597"/>
                  </a:cubicBezTo>
                  <a:cubicBezTo>
                    <a:pt x="293" y="585"/>
                    <a:pt x="293" y="570"/>
                    <a:pt x="293" y="558"/>
                  </a:cubicBezTo>
                  <a:lnTo>
                    <a:pt x="52" y="13"/>
                  </a:lnTo>
                  <a:cubicBezTo>
                    <a:pt x="40" y="0"/>
                    <a:pt x="28" y="0"/>
                    <a:pt x="16" y="0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2"/>
            <p:cNvSpPr/>
            <p:nvPr/>
          </p:nvSpPr>
          <p:spPr>
            <a:xfrm>
              <a:off x="6615493" y="2268743"/>
              <a:ext cx="788255" cy="761466"/>
            </a:xfrm>
            <a:custGeom>
              <a:rect b="b" l="l" r="r" t="t"/>
              <a:pathLst>
                <a:path extrusionOk="0" h="4546" w="4706">
                  <a:moveTo>
                    <a:pt x="3011" y="0"/>
                  </a:moveTo>
                  <a:cubicBezTo>
                    <a:pt x="2977" y="0"/>
                    <a:pt x="2941" y="2"/>
                    <a:pt x="2906" y="4"/>
                  </a:cubicBezTo>
                  <a:lnTo>
                    <a:pt x="2092" y="550"/>
                  </a:lnTo>
                  <a:lnTo>
                    <a:pt x="1584" y="145"/>
                  </a:lnTo>
                  <a:cubicBezTo>
                    <a:pt x="1545" y="139"/>
                    <a:pt x="1507" y="136"/>
                    <a:pt x="1470" y="136"/>
                  </a:cubicBezTo>
                  <a:cubicBezTo>
                    <a:pt x="1256" y="136"/>
                    <a:pt x="1077" y="230"/>
                    <a:pt x="926" y="373"/>
                  </a:cubicBezTo>
                  <a:lnTo>
                    <a:pt x="137" y="1134"/>
                  </a:lnTo>
                  <a:cubicBezTo>
                    <a:pt x="12" y="1247"/>
                    <a:pt x="0" y="1439"/>
                    <a:pt x="88" y="1576"/>
                  </a:cubicBezTo>
                  <a:lnTo>
                    <a:pt x="1026" y="2922"/>
                  </a:lnTo>
                  <a:lnTo>
                    <a:pt x="685" y="4545"/>
                  </a:lnTo>
                  <a:lnTo>
                    <a:pt x="3844" y="4496"/>
                  </a:lnTo>
                  <a:lnTo>
                    <a:pt x="3971" y="1972"/>
                  </a:lnTo>
                  <a:lnTo>
                    <a:pt x="4581" y="1896"/>
                  </a:lnTo>
                  <a:cubicBezTo>
                    <a:pt x="4657" y="1880"/>
                    <a:pt x="4705" y="1820"/>
                    <a:pt x="4681" y="1743"/>
                  </a:cubicBezTo>
                  <a:cubicBezTo>
                    <a:pt x="4617" y="1439"/>
                    <a:pt x="4428" y="662"/>
                    <a:pt x="4428" y="650"/>
                  </a:cubicBezTo>
                  <a:cubicBezTo>
                    <a:pt x="4300" y="221"/>
                    <a:pt x="3755" y="93"/>
                    <a:pt x="3311" y="53"/>
                  </a:cubicBezTo>
                  <a:cubicBezTo>
                    <a:pt x="3224" y="16"/>
                    <a:pt x="3122" y="0"/>
                    <a:pt x="3011" y="0"/>
                  </a:cubicBezTo>
                  <a:close/>
                </a:path>
              </a:pathLst>
            </a:custGeom>
            <a:solidFill>
              <a:srgbClr val="BD60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"/>
            <p:cNvSpPr/>
            <p:nvPr/>
          </p:nvSpPr>
          <p:spPr>
            <a:xfrm>
              <a:off x="6085855" y="4288469"/>
              <a:ext cx="191453" cy="102177"/>
            </a:xfrm>
            <a:custGeom>
              <a:rect b="b" l="l" r="r" t="t"/>
              <a:pathLst>
                <a:path extrusionOk="0" h="610" w="1143">
                  <a:moveTo>
                    <a:pt x="1" y="0"/>
                  </a:moveTo>
                  <a:lnTo>
                    <a:pt x="53" y="585"/>
                  </a:lnTo>
                  <a:lnTo>
                    <a:pt x="1143" y="609"/>
                  </a:lnTo>
                  <a:lnTo>
                    <a:pt x="1143" y="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8A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"/>
            <p:cNvSpPr/>
            <p:nvPr/>
          </p:nvSpPr>
          <p:spPr>
            <a:xfrm>
              <a:off x="5871119" y="4377747"/>
              <a:ext cx="414897" cy="206196"/>
            </a:xfrm>
            <a:custGeom>
              <a:rect b="b" l="l" r="r" t="t"/>
              <a:pathLst>
                <a:path extrusionOk="0" h="1231" w="2477">
                  <a:moveTo>
                    <a:pt x="1219" y="0"/>
                  </a:moveTo>
                  <a:lnTo>
                    <a:pt x="1055" y="153"/>
                  </a:lnTo>
                  <a:lnTo>
                    <a:pt x="65" y="1066"/>
                  </a:lnTo>
                  <a:cubicBezTo>
                    <a:pt x="1" y="1130"/>
                    <a:pt x="40" y="1231"/>
                    <a:pt x="129" y="1231"/>
                  </a:cubicBezTo>
                  <a:lnTo>
                    <a:pt x="2361" y="1194"/>
                  </a:lnTo>
                  <a:cubicBezTo>
                    <a:pt x="2425" y="1194"/>
                    <a:pt x="2477" y="1142"/>
                    <a:pt x="2465" y="1078"/>
                  </a:cubicBezTo>
                  <a:lnTo>
                    <a:pt x="2465" y="25"/>
                  </a:lnTo>
                  <a:lnTo>
                    <a:pt x="1219" y="0"/>
                  </a:ln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"/>
            <p:cNvSpPr/>
            <p:nvPr/>
          </p:nvSpPr>
          <p:spPr>
            <a:xfrm>
              <a:off x="5871119" y="4543573"/>
              <a:ext cx="414897" cy="40368"/>
            </a:xfrm>
            <a:custGeom>
              <a:rect b="b" l="l" r="r" t="t"/>
              <a:pathLst>
                <a:path extrusionOk="0" h="241" w="2477">
                  <a:moveTo>
                    <a:pt x="2465" y="0"/>
                  </a:moveTo>
                  <a:cubicBezTo>
                    <a:pt x="2449" y="12"/>
                    <a:pt x="2425" y="24"/>
                    <a:pt x="2401" y="24"/>
                  </a:cubicBezTo>
                  <a:lnTo>
                    <a:pt x="165" y="76"/>
                  </a:lnTo>
                  <a:cubicBezTo>
                    <a:pt x="129" y="76"/>
                    <a:pt x="117" y="64"/>
                    <a:pt x="89" y="52"/>
                  </a:cubicBezTo>
                  <a:lnTo>
                    <a:pt x="65" y="76"/>
                  </a:lnTo>
                  <a:cubicBezTo>
                    <a:pt x="1" y="140"/>
                    <a:pt x="40" y="241"/>
                    <a:pt x="129" y="241"/>
                  </a:cubicBezTo>
                  <a:lnTo>
                    <a:pt x="2361" y="204"/>
                  </a:lnTo>
                  <a:cubicBezTo>
                    <a:pt x="2425" y="204"/>
                    <a:pt x="2477" y="152"/>
                    <a:pt x="2465" y="88"/>
                  </a:cubicBezTo>
                  <a:lnTo>
                    <a:pt x="2465" y="0"/>
                  </a:ln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2"/>
            <p:cNvSpPr/>
            <p:nvPr/>
          </p:nvSpPr>
          <p:spPr>
            <a:xfrm>
              <a:off x="5930917" y="4543573"/>
              <a:ext cx="357110" cy="14908"/>
            </a:xfrm>
            <a:custGeom>
              <a:rect b="b" l="l" r="r" t="t"/>
              <a:pathLst>
                <a:path extrusionOk="0" h="89" w="2132">
                  <a:moveTo>
                    <a:pt x="2108" y="0"/>
                  </a:moveTo>
                  <a:lnTo>
                    <a:pt x="24" y="40"/>
                  </a:lnTo>
                  <a:cubicBezTo>
                    <a:pt x="12" y="40"/>
                    <a:pt x="0" y="52"/>
                    <a:pt x="0" y="64"/>
                  </a:cubicBezTo>
                  <a:cubicBezTo>
                    <a:pt x="0" y="76"/>
                    <a:pt x="12" y="88"/>
                    <a:pt x="24" y="88"/>
                  </a:cubicBezTo>
                  <a:lnTo>
                    <a:pt x="2108" y="52"/>
                  </a:lnTo>
                  <a:cubicBezTo>
                    <a:pt x="2120" y="52"/>
                    <a:pt x="2132" y="40"/>
                    <a:pt x="2132" y="24"/>
                  </a:cubicBezTo>
                  <a:cubicBezTo>
                    <a:pt x="2132" y="12"/>
                    <a:pt x="2120" y="0"/>
                    <a:pt x="21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2"/>
            <p:cNvSpPr/>
            <p:nvPr/>
          </p:nvSpPr>
          <p:spPr>
            <a:xfrm>
              <a:off x="6169103" y="4427998"/>
              <a:ext cx="72025" cy="71356"/>
            </a:xfrm>
            <a:custGeom>
              <a:rect b="b" l="l" r="r" t="t"/>
              <a:pathLst>
                <a:path extrusionOk="0" h="426" w="430">
                  <a:moveTo>
                    <a:pt x="214" y="57"/>
                  </a:moveTo>
                  <a:cubicBezTo>
                    <a:pt x="290" y="57"/>
                    <a:pt x="354" y="105"/>
                    <a:pt x="366" y="181"/>
                  </a:cubicBezTo>
                  <a:cubicBezTo>
                    <a:pt x="381" y="221"/>
                    <a:pt x="366" y="273"/>
                    <a:pt x="341" y="297"/>
                  </a:cubicBezTo>
                  <a:cubicBezTo>
                    <a:pt x="317" y="334"/>
                    <a:pt x="277" y="361"/>
                    <a:pt x="241" y="373"/>
                  </a:cubicBezTo>
                  <a:cubicBezTo>
                    <a:pt x="201" y="373"/>
                    <a:pt x="165" y="373"/>
                    <a:pt x="125" y="349"/>
                  </a:cubicBezTo>
                  <a:cubicBezTo>
                    <a:pt x="89" y="322"/>
                    <a:pt x="61" y="285"/>
                    <a:pt x="49" y="245"/>
                  </a:cubicBezTo>
                  <a:cubicBezTo>
                    <a:pt x="37" y="157"/>
                    <a:pt x="101" y="69"/>
                    <a:pt x="177" y="57"/>
                  </a:cubicBezTo>
                  <a:close/>
                  <a:moveTo>
                    <a:pt x="215" y="0"/>
                  </a:moveTo>
                  <a:cubicBezTo>
                    <a:pt x="202" y="0"/>
                    <a:pt x="190" y="2"/>
                    <a:pt x="177" y="5"/>
                  </a:cubicBezTo>
                  <a:cubicBezTo>
                    <a:pt x="113" y="17"/>
                    <a:pt x="61" y="57"/>
                    <a:pt x="37" y="93"/>
                  </a:cubicBezTo>
                  <a:cubicBezTo>
                    <a:pt x="13" y="145"/>
                    <a:pt x="0" y="197"/>
                    <a:pt x="0" y="258"/>
                  </a:cubicBezTo>
                  <a:cubicBezTo>
                    <a:pt x="13" y="309"/>
                    <a:pt x="49" y="361"/>
                    <a:pt x="89" y="385"/>
                  </a:cubicBezTo>
                  <a:cubicBezTo>
                    <a:pt x="125" y="410"/>
                    <a:pt x="165" y="425"/>
                    <a:pt x="214" y="425"/>
                  </a:cubicBezTo>
                  <a:lnTo>
                    <a:pt x="253" y="425"/>
                  </a:lnTo>
                  <a:cubicBezTo>
                    <a:pt x="305" y="410"/>
                    <a:pt x="354" y="373"/>
                    <a:pt x="381" y="334"/>
                  </a:cubicBezTo>
                  <a:cubicBezTo>
                    <a:pt x="418" y="285"/>
                    <a:pt x="430" y="233"/>
                    <a:pt x="418" y="169"/>
                  </a:cubicBezTo>
                  <a:cubicBezTo>
                    <a:pt x="405" y="121"/>
                    <a:pt x="381" y="69"/>
                    <a:pt x="329" y="44"/>
                  </a:cubicBezTo>
                  <a:cubicBezTo>
                    <a:pt x="290" y="15"/>
                    <a:pt x="253" y="0"/>
                    <a:pt x="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"/>
            <p:cNvSpPr/>
            <p:nvPr/>
          </p:nvSpPr>
          <p:spPr>
            <a:xfrm>
              <a:off x="6043645" y="4399690"/>
              <a:ext cx="40368" cy="41876"/>
            </a:xfrm>
            <a:custGeom>
              <a:rect b="b" l="l" r="r" t="t"/>
              <a:pathLst>
                <a:path extrusionOk="0" h="250" w="241">
                  <a:moveTo>
                    <a:pt x="25" y="0"/>
                  </a:moveTo>
                  <a:cubicBezTo>
                    <a:pt x="18" y="0"/>
                    <a:pt x="12" y="3"/>
                    <a:pt x="12" y="9"/>
                  </a:cubicBezTo>
                  <a:cubicBezTo>
                    <a:pt x="0" y="22"/>
                    <a:pt x="0" y="34"/>
                    <a:pt x="0" y="46"/>
                  </a:cubicBezTo>
                  <a:lnTo>
                    <a:pt x="189" y="250"/>
                  </a:lnTo>
                  <a:lnTo>
                    <a:pt x="229" y="250"/>
                  </a:lnTo>
                  <a:cubicBezTo>
                    <a:pt x="241" y="238"/>
                    <a:pt x="241" y="226"/>
                    <a:pt x="229" y="213"/>
                  </a:cubicBezTo>
                  <a:lnTo>
                    <a:pt x="37" y="9"/>
                  </a:lnTo>
                  <a:cubicBezTo>
                    <a:pt x="37" y="3"/>
                    <a:pt x="31" y="0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"/>
            <p:cNvSpPr/>
            <p:nvPr/>
          </p:nvSpPr>
          <p:spPr>
            <a:xfrm>
              <a:off x="6018017" y="4424648"/>
              <a:ext cx="40535" cy="42546"/>
            </a:xfrm>
            <a:custGeom>
              <a:rect b="b" l="l" r="r" t="t"/>
              <a:pathLst>
                <a:path extrusionOk="0" h="254" w="242">
                  <a:moveTo>
                    <a:pt x="13" y="0"/>
                  </a:moveTo>
                  <a:cubicBezTo>
                    <a:pt x="1" y="13"/>
                    <a:pt x="1" y="25"/>
                    <a:pt x="1" y="37"/>
                  </a:cubicBezTo>
                  <a:lnTo>
                    <a:pt x="190" y="241"/>
                  </a:lnTo>
                  <a:cubicBezTo>
                    <a:pt x="202" y="253"/>
                    <a:pt x="202" y="253"/>
                    <a:pt x="217" y="253"/>
                  </a:cubicBezTo>
                  <a:cubicBezTo>
                    <a:pt x="217" y="253"/>
                    <a:pt x="229" y="253"/>
                    <a:pt x="229" y="241"/>
                  </a:cubicBezTo>
                  <a:cubicBezTo>
                    <a:pt x="241" y="241"/>
                    <a:pt x="241" y="217"/>
                    <a:pt x="229" y="217"/>
                  </a:cubicBezTo>
                  <a:lnTo>
                    <a:pt x="37" y="13"/>
                  </a:lnTo>
                  <a:cubicBezTo>
                    <a:pt x="37" y="0"/>
                    <a:pt x="13" y="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"/>
            <p:cNvSpPr/>
            <p:nvPr/>
          </p:nvSpPr>
          <p:spPr>
            <a:xfrm>
              <a:off x="5992557" y="4448600"/>
              <a:ext cx="42545" cy="42043"/>
            </a:xfrm>
            <a:custGeom>
              <a:rect b="b" l="l" r="r" t="t"/>
              <a:pathLst>
                <a:path extrusionOk="0" h="251" w="254">
                  <a:moveTo>
                    <a:pt x="31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" y="22"/>
                    <a:pt x="1" y="34"/>
                    <a:pt x="13" y="46"/>
                  </a:cubicBezTo>
                  <a:lnTo>
                    <a:pt x="202" y="250"/>
                  </a:lnTo>
                  <a:lnTo>
                    <a:pt x="241" y="250"/>
                  </a:lnTo>
                  <a:cubicBezTo>
                    <a:pt x="253" y="238"/>
                    <a:pt x="253" y="226"/>
                    <a:pt x="241" y="211"/>
                  </a:cubicBezTo>
                  <a:lnTo>
                    <a:pt x="49" y="10"/>
                  </a:lnTo>
                  <a:cubicBezTo>
                    <a:pt x="43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"/>
            <p:cNvSpPr/>
            <p:nvPr/>
          </p:nvSpPr>
          <p:spPr>
            <a:xfrm>
              <a:off x="6062405" y="4320630"/>
              <a:ext cx="47235" cy="78726"/>
            </a:xfrm>
            <a:custGeom>
              <a:rect b="b" l="l" r="r" t="t"/>
              <a:pathLst>
                <a:path extrusionOk="0" h="470" w="282">
                  <a:moveTo>
                    <a:pt x="165" y="49"/>
                  </a:moveTo>
                  <a:cubicBezTo>
                    <a:pt x="181" y="61"/>
                    <a:pt x="193" y="61"/>
                    <a:pt x="205" y="88"/>
                  </a:cubicBezTo>
                  <a:cubicBezTo>
                    <a:pt x="217" y="101"/>
                    <a:pt x="217" y="113"/>
                    <a:pt x="217" y="137"/>
                  </a:cubicBezTo>
                  <a:cubicBezTo>
                    <a:pt x="217" y="177"/>
                    <a:pt x="129" y="353"/>
                    <a:pt x="89" y="405"/>
                  </a:cubicBezTo>
                  <a:cubicBezTo>
                    <a:pt x="77" y="353"/>
                    <a:pt x="65" y="165"/>
                    <a:pt x="77" y="113"/>
                  </a:cubicBezTo>
                  <a:cubicBezTo>
                    <a:pt x="89" y="76"/>
                    <a:pt x="117" y="49"/>
                    <a:pt x="153" y="49"/>
                  </a:cubicBezTo>
                  <a:close/>
                  <a:moveTo>
                    <a:pt x="165" y="0"/>
                  </a:moveTo>
                  <a:cubicBezTo>
                    <a:pt x="104" y="0"/>
                    <a:pt x="40" y="37"/>
                    <a:pt x="28" y="101"/>
                  </a:cubicBezTo>
                  <a:cubicBezTo>
                    <a:pt x="28" y="125"/>
                    <a:pt x="1" y="430"/>
                    <a:pt x="77" y="469"/>
                  </a:cubicBezTo>
                  <a:lnTo>
                    <a:pt x="104" y="469"/>
                  </a:lnTo>
                  <a:cubicBezTo>
                    <a:pt x="153" y="442"/>
                    <a:pt x="269" y="189"/>
                    <a:pt x="269" y="152"/>
                  </a:cubicBezTo>
                  <a:cubicBezTo>
                    <a:pt x="281" y="113"/>
                    <a:pt x="269" y="76"/>
                    <a:pt x="257" y="49"/>
                  </a:cubicBezTo>
                  <a:cubicBezTo>
                    <a:pt x="229" y="25"/>
                    <a:pt x="205" y="12"/>
                    <a:pt x="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2"/>
            <p:cNvSpPr/>
            <p:nvPr/>
          </p:nvSpPr>
          <p:spPr>
            <a:xfrm>
              <a:off x="6009475" y="4349272"/>
              <a:ext cx="72528" cy="50083"/>
            </a:xfrm>
            <a:custGeom>
              <a:rect b="b" l="l" r="r" t="t"/>
              <a:pathLst>
                <a:path extrusionOk="0" h="299" w="433">
                  <a:moveTo>
                    <a:pt x="165" y="58"/>
                  </a:moveTo>
                  <a:cubicBezTo>
                    <a:pt x="216" y="94"/>
                    <a:pt x="356" y="210"/>
                    <a:pt x="381" y="259"/>
                  </a:cubicBezTo>
                  <a:cubicBezTo>
                    <a:pt x="317" y="246"/>
                    <a:pt x="140" y="210"/>
                    <a:pt x="101" y="182"/>
                  </a:cubicBezTo>
                  <a:cubicBezTo>
                    <a:pt x="64" y="158"/>
                    <a:pt x="52" y="118"/>
                    <a:pt x="76" y="82"/>
                  </a:cubicBezTo>
                  <a:cubicBezTo>
                    <a:pt x="76" y="70"/>
                    <a:pt x="101" y="58"/>
                    <a:pt x="116" y="58"/>
                  </a:cubicBezTo>
                  <a:close/>
                  <a:moveTo>
                    <a:pt x="127" y="1"/>
                  </a:moveTo>
                  <a:cubicBezTo>
                    <a:pt x="117" y="1"/>
                    <a:pt x="109" y="2"/>
                    <a:pt x="101" y="6"/>
                  </a:cubicBezTo>
                  <a:cubicBezTo>
                    <a:pt x="64" y="6"/>
                    <a:pt x="40" y="30"/>
                    <a:pt x="24" y="58"/>
                  </a:cubicBezTo>
                  <a:cubicBezTo>
                    <a:pt x="0" y="118"/>
                    <a:pt x="12" y="195"/>
                    <a:pt x="76" y="222"/>
                  </a:cubicBezTo>
                  <a:cubicBezTo>
                    <a:pt x="88" y="234"/>
                    <a:pt x="280" y="298"/>
                    <a:pt x="381" y="298"/>
                  </a:cubicBezTo>
                  <a:cubicBezTo>
                    <a:pt x="393" y="298"/>
                    <a:pt x="420" y="298"/>
                    <a:pt x="420" y="286"/>
                  </a:cubicBezTo>
                  <a:cubicBezTo>
                    <a:pt x="433" y="286"/>
                    <a:pt x="433" y="271"/>
                    <a:pt x="433" y="246"/>
                  </a:cubicBezTo>
                  <a:cubicBezTo>
                    <a:pt x="405" y="182"/>
                    <a:pt x="229" y="42"/>
                    <a:pt x="192" y="18"/>
                  </a:cubicBezTo>
                  <a:cubicBezTo>
                    <a:pt x="173" y="9"/>
                    <a:pt x="149" y="1"/>
                    <a:pt x="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2"/>
            <p:cNvSpPr/>
            <p:nvPr/>
          </p:nvSpPr>
          <p:spPr>
            <a:xfrm>
              <a:off x="6566415" y="4288469"/>
              <a:ext cx="191452" cy="108709"/>
            </a:xfrm>
            <a:custGeom>
              <a:rect b="b" l="l" r="r" t="t"/>
              <a:pathLst>
                <a:path extrusionOk="0" h="649" w="1143">
                  <a:moveTo>
                    <a:pt x="1143" y="0"/>
                  </a:moveTo>
                  <a:lnTo>
                    <a:pt x="1" y="40"/>
                  </a:lnTo>
                  <a:lnTo>
                    <a:pt x="37" y="609"/>
                  </a:lnTo>
                  <a:lnTo>
                    <a:pt x="1143" y="649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E8A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2"/>
            <p:cNvSpPr/>
            <p:nvPr/>
          </p:nvSpPr>
          <p:spPr>
            <a:xfrm>
              <a:off x="6355699" y="4390477"/>
              <a:ext cx="414897" cy="208206"/>
            </a:xfrm>
            <a:custGeom>
              <a:rect b="b" l="l" r="r" t="t"/>
              <a:pathLst>
                <a:path extrusionOk="0" h="1243" w="2477">
                  <a:moveTo>
                    <a:pt x="1231" y="0"/>
                  </a:moveTo>
                  <a:lnTo>
                    <a:pt x="1067" y="165"/>
                  </a:lnTo>
                  <a:lnTo>
                    <a:pt x="65" y="1066"/>
                  </a:lnTo>
                  <a:cubicBezTo>
                    <a:pt x="1" y="1130"/>
                    <a:pt x="53" y="1243"/>
                    <a:pt x="141" y="1243"/>
                  </a:cubicBezTo>
                  <a:lnTo>
                    <a:pt x="2373" y="1194"/>
                  </a:lnTo>
                  <a:cubicBezTo>
                    <a:pt x="2437" y="1194"/>
                    <a:pt x="2477" y="1142"/>
                    <a:pt x="2477" y="1078"/>
                  </a:cubicBezTo>
                  <a:lnTo>
                    <a:pt x="2465" y="40"/>
                  </a:lnTo>
                  <a:lnTo>
                    <a:pt x="1231" y="0"/>
                  </a:ln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"/>
            <p:cNvSpPr/>
            <p:nvPr/>
          </p:nvSpPr>
          <p:spPr>
            <a:xfrm>
              <a:off x="6355699" y="4556303"/>
              <a:ext cx="414897" cy="42378"/>
            </a:xfrm>
            <a:custGeom>
              <a:rect b="b" l="l" r="r" t="t"/>
              <a:pathLst>
                <a:path extrusionOk="0" h="253" w="2477">
                  <a:moveTo>
                    <a:pt x="2477" y="0"/>
                  </a:moveTo>
                  <a:cubicBezTo>
                    <a:pt x="2465" y="12"/>
                    <a:pt x="2437" y="25"/>
                    <a:pt x="2413" y="25"/>
                  </a:cubicBezTo>
                  <a:lnTo>
                    <a:pt x="165" y="76"/>
                  </a:lnTo>
                  <a:cubicBezTo>
                    <a:pt x="141" y="76"/>
                    <a:pt x="129" y="64"/>
                    <a:pt x="105" y="52"/>
                  </a:cubicBezTo>
                  <a:lnTo>
                    <a:pt x="65" y="76"/>
                  </a:lnTo>
                  <a:cubicBezTo>
                    <a:pt x="1" y="140"/>
                    <a:pt x="53" y="253"/>
                    <a:pt x="141" y="253"/>
                  </a:cubicBezTo>
                  <a:lnTo>
                    <a:pt x="2373" y="204"/>
                  </a:lnTo>
                  <a:cubicBezTo>
                    <a:pt x="2437" y="204"/>
                    <a:pt x="2477" y="152"/>
                    <a:pt x="2477" y="88"/>
                  </a:cubicBezTo>
                  <a:lnTo>
                    <a:pt x="2477" y="0"/>
                  </a:ln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2"/>
            <p:cNvSpPr/>
            <p:nvPr/>
          </p:nvSpPr>
          <p:spPr>
            <a:xfrm>
              <a:off x="6417507" y="4556303"/>
              <a:ext cx="357277" cy="14908"/>
            </a:xfrm>
            <a:custGeom>
              <a:rect b="b" l="l" r="r" t="t"/>
              <a:pathLst>
                <a:path extrusionOk="0" h="89" w="2133">
                  <a:moveTo>
                    <a:pt x="2108" y="0"/>
                  </a:moveTo>
                  <a:lnTo>
                    <a:pt x="25" y="40"/>
                  </a:lnTo>
                  <a:cubicBezTo>
                    <a:pt x="13" y="40"/>
                    <a:pt x="0" y="52"/>
                    <a:pt x="0" y="64"/>
                  </a:cubicBezTo>
                  <a:cubicBezTo>
                    <a:pt x="0" y="76"/>
                    <a:pt x="13" y="88"/>
                    <a:pt x="25" y="88"/>
                  </a:cubicBezTo>
                  <a:lnTo>
                    <a:pt x="2108" y="52"/>
                  </a:lnTo>
                  <a:cubicBezTo>
                    <a:pt x="2120" y="52"/>
                    <a:pt x="2132" y="52"/>
                    <a:pt x="2132" y="25"/>
                  </a:cubicBezTo>
                  <a:cubicBezTo>
                    <a:pt x="2132" y="12"/>
                    <a:pt x="2120" y="0"/>
                    <a:pt x="21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"/>
            <p:cNvSpPr/>
            <p:nvPr/>
          </p:nvSpPr>
          <p:spPr>
            <a:xfrm>
              <a:off x="6653683" y="4442738"/>
              <a:ext cx="74202" cy="69346"/>
            </a:xfrm>
            <a:custGeom>
              <a:rect b="b" l="l" r="r" t="t"/>
              <a:pathLst>
                <a:path extrusionOk="0" h="414" w="443">
                  <a:moveTo>
                    <a:pt x="214" y="45"/>
                  </a:moveTo>
                  <a:cubicBezTo>
                    <a:pt x="290" y="45"/>
                    <a:pt x="366" y="93"/>
                    <a:pt x="381" y="170"/>
                  </a:cubicBezTo>
                  <a:cubicBezTo>
                    <a:pt x="393" y="261"/>
                    <a:pt x="342" y="349"/>
                    <a:pt x="253" y="361"/>
                  </a:cubicBezTo>
                  <a:cubicBezTo>
                    <a:pt x="245" y="363"/>
                    <a:pt x="236" y="363"/>
                    <a:pt x="228" y="363"/>
                  </a:cubicBezTo>
                  <a:cubicBezTo>
                    <a:pt x="151" y="363"/>
                    <a:pt x="86" y="313"/>
                    <a:pt x="61" y="234"/>
                  </a:cubicBezTo>
                  <a:cubicBezTo>
                    <a:pt x="49" y="145"/>
                    <a:pt x="101" y="69"/>
                    <a:pt x="189" y="45"/>
                  </a:cubicBezTo>
                  <a:close/>
                  <a:moveTo>
                    <a:pt x="225" y="0"/>
                  </a:moveTo>
                  <a:cubicBezTo>
                    <a:pt x="210" y="0"/>
                    <a:pt x="194" y="2"/>
                    <a:pt x="177" y="5"/>
                  </a:cubicBezTo>
                  <a:cubicBezTo>
                    <a:pt x="125" y="5"/>
                    <a:pt x="77" y="45"/>
                    <a:pt x="49" y="93"/>
                  </a:cubicBezTo>
                  <a:cubicBezTo>
                    <a:pt x="13" y="133"/>
                    <a:pt x="1" y="197"/>
                    <a:pt x="13" y="246"/>
                  </a:cubicBezTo>
                  <a:cubicBezTo>
                    <a:pt x="25" y="297"/>
                    <a:pt x="61" y="349"/>
                    <a:pt x="101" y="386"/>
                  </a:cubicBezTo>
                  <a:cubicBezTo>
                    <a:pt x="138" y="398"/>
                    <a:pt x="177" y="413"/>
                    <a:pt x="214" y="413"/>
                  </a:cubicBezTo>
                  <a:lnTo>
                    <a:pt x="265" y="413"/>
                  </a:lnTo>
                  <a:cubicBezTo>
                    <a:pt x="317" y="398"/>
                    <a:pt x="366" y="374"/>
                    <a:pt x="393" y="322"/>
                  </a:cubicBezTo>
                  <a:cubicBezTo>
                    <a:pt x="430" y="273"/>
                    <a:pt x="442" y="221"/>
                    <a:pt x="430" y="170"/>
                  </a:cubicBezTo>
                  <a:cubicBezTo>
                    <a:pt x="418" y="109"/>
                    <a:pt x="381" y="69"/>
                    <a:pt x="342" y="33"/>
                  </a:cubicBezTo>
                  <a:cubicBezTo>
                    <a:pt x="303" y="12"/>
                    <a:pt x="267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"/>
            <p:cNvSpPr/>
            <p:nvPr/>
          </p:nvSpPr>
          <p:spPr>
            <a:xfrm>
              <a:off x="6528225" y="4413928"/>
              <a:ext cx="42545" cy="42546"/>
            </a:xfrm>
            <a:custGeom>
              <a:rect b="b" l="l" r="r" t="t"/>
              <a:pathLst>
                <a:path extrusionOk="0" h="254" w="254">
                  <a:moveTo>
                    <a:pt x="13" y="0"/>
                  </a:moveTo>
                  <a:cubicBezTo>
                    <a:pt x="13" y="13"/>
                    <a:pt x="0" y="25"/>
                    <a:pt x="13" y="37"/>
                  </a:cubicBezTo>
                  <a:lnTo>
                    <a:pt x="201" y="241"/>
                  </a:lnTo>
                  <a:cubicBezTo>
                    <a:pt x="201" y="253"/>
                    <a:pt x="217" y="253"/>
                    <a:pt x="229" y="253"/>
                  </a:cubicBezTo>
                  <a:cubicBezTo>
                    <a:pt x="229" y="253"/>
                    <a:pt x="241" y="253"/>
                    <a:pt x="241" y="241"/>
                  </a:cubicBezTo>
                  <a:cubicBezTo>
                    <a:pt x="253" y="241"/>
                    <a:pt x="253" y="217"/>
                    <a:pt x="241" y="205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"/>
            <p:cNvSpPr/>
            <p:nvPr/>
          </p:nvSpPr>
          <p:spPr>
            <a:xfrm>
              <a:off x="6502765" y="4437880"/>
              <a:ext cx="42378" cy="42043"/>
            </a:xfrm>
            <a:custGeom>
              <a:rect b="b" l="l" r="r" t="t"/>
              <a:pathLst>
                <a:path extrusionOk="0" h="251" w="253">
                  <a:moveTo>
                    <a:pt x="31" y="1"/>
                  </a:moveTo>
                  <a:cubicBezTo>
                    <a:pt x="24" y="1"/>
                    <a:pt x="18" y="4"/>
                    <a:pt x="12" y="10"/>
                  </a:cubicBezTo>
                  <a:cubicBezTo>
                    <a:pt x="0" y="22"/>
                    <a:pt x="0" y="34"/>
                    <a:pt x="12" y="46"/>
                  </a:cubicBezTo>
                  <a:lnTo>
                    <a:pt x="201" y="250"/>
                  </a:lnTo>
                  <a:lnTo>
                    <a:pt x="241" y="250"/>
                  </a:lnTo>
                  <a:cubicBezTo>
                    <a:pt x="253" y="238"/>
                    <a:pt x="253" y="226"/>
                    <a:pt x="241" y="214"/>
                  </a:cubicBezTo>
                  <a:lnTo>
                    <a:pt x="49" y="10"/>
                  </a:lnTo>
                  <a:cubicBezTo>
                    <a:pt x="43" y="4"/>
                    <a:pt x="37" y="1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"/>
            <p:cNvSpPr/>
            <p:nvPr/>
          </p:nvSpPr>
          <p:spPr>
            <a:xfrm>
              <a:off x="6479147" y="4461330"/>
              <a:ext cx="40535" cy="44053"/>
            </a:xfrm>
            <a:custGeom>
              <a:rect b="b" l="l" r="r" t="t"/>
              <a:pathLst>
                <a:path extrusionOk="0" h="263" w="242">
                  <a:moveTo>
                    <a:pt x="32" y="1"/>
                  </a:moveTo>
                  <a:cubicBezTo>
                    <a:pt x="25" y="1"/>
                    <a:pt x="19" y="4"/>
                    <a:pt x="13" y="10"/>
                  </a:cubicBezTo>
                  <a:cubicBezTo>
                    <a:pt x="1" y="22"/>
                    <a:pt x="1" y="34"/>
                    <a:pt x="13" y="46"/>
                  </a:cubicBezTo>
                  <a:lnTo>
                    <a:pt x="205" y="250"/>
                  </a:lnTo>
                  <a:lnTo>
                    <a:pt x="217" y="263"/>
                  </a:lnTo>
                  <a:cubicBezTo>
                    <a:pt x="229" y="263"/>
                    <a:pt x="229" y="250"/>
                    <a:pt x="242" y="250"/>
                  </a:cubicBezTo>
                  <a:lnTo>
                    <a:pt x="242" y="211"/>
                  </a:lnTo>
                  <a:lnTo>
                    <a:pt x="53" y="10"/>
                  </a:lnTo>
                  <a:cubicBezTo>
                    <a:pt x="45" y="4"/>
                    <a:pt x="38" y="1"/>
                    <a:pt x="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"/>
            <p:cNvSpPr/>
            <p:nvPr/>
          </p:nvSpPr>
          <p:spPr>
            <a:xfrm>
              <a:off x="6549162" y="4335035"/>
              <a:ext cx="47067" cy="79061"/>
            </a:xfrm>
            <a:custGeom>
              <a:rect b="b" l="l" r="r" t="t"/>
              <a:pathLst>
                <a:path extrusionOk="0" h="472" w="281">
                  <a:moveTo>
                    <a:pt x="152" y="51"/>
                  </a:moveTo>
                  <a:cubicBezTo>
                    <a:pt x="192" y="51"/>
                    <a:pt x="216" y="91"/>
                    <a:pt x="216" y="127"/>
                  </a:cubicBezTo>
                  <a:cubicBezTo>
                    <a:pt x="204" y="179"/>
                    <a:pt x="128" y="356"/>
                    <a:pt x="92" y="408"/>
                  </a:cubicBezTo>
                  <a:cubicBezTo>
                    <a:pt x="64" y="344"/>
                    <a:pt x="64" y="167"/>
                    <a:pt x="76" y="103"/>
                  </a:cubicBezTo>
                  <a:cubicBezTo>
                    <a:pt x="76" y="79"/>
                    <a:pt x="116" y="51"/>
                    <a:pt x="140" y="51"/>
                  </a:cubicBezTo>
                  <a:close/>
                  <a:moveTo>
                    <a:pt x="144" y="0"/>
                  </a:moveTo>
                  <a:cubicBezTo>
                    <a:pt x="88" y="0"/>
                    <a:pt x="38" y="36"/>
                    <a:pt x="28" y="103"/>
                  </a:cubicBezTo>
                  <a:cubicBezTo>
                    <a:pt x="28" y="115"/>
                    <a:pt x="0" y="432"/>
                    <a:pt x="76" y="471"/>
                  </a:cubicBezTo>
                  <a:lnTo>
                    <a:pt x="92" y="471"/>
                  </a:lnTo>
                  <a:cubicBezTo>
                    <a:pt x="92" y="471"/>
                    <a:pt x="104" y="471"/>
                    <a:pt x="104" y="459"/>
                  </a:cubicBezTo>
                  <a:cubicBezTo>
                    <a:pt x="152" y="447"/>
                    <a:pt x="256" y="179"/>
                    <a:pt x="268" y="143"/>
                  </a:cubicBezTo>
                  <a:cubicBezTo>
                    <a:pt x="280" y="79"/>
                    <a:pt x="229" y="15"/>
                    <a:pt x="168" y="2"/>
                  </a:cubicBezTo>
                  <a:cubicBezTo>
                    <a:pt x="160" y="1"/>
                    <a:pt x="152" y="0"/>
                    <a:pt x="1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"/>
            <p:cNvSpPr/>
            <p:nvPr/>
          </p:nvSpPr>
          <p:spPr>
            <a:xfrm>
              <a:off x="6496065" y="4363007"/>
              <a:ext cx="72527" cy="51088"/>
            </a:xfrm>
            <a:custGeom>
              <a:rect b="b" l="l" r="r" t="t"/>
              <a:pathLst>
                <a:path extrusionOk="0" h="305" w="433">
                  <a:moveTo>
                    <a:pt x="128" y="52"/>
                  </a:moveTo>
                  <a:cubicBezTo>
                    <a:pt x="141" y="52"/>
                    <a:pt x="153" y="52"/>
                    <a:pt x="165" y="64"/>
                  </a:cubicBezTo>
                  <a:cubicBezTo>
                    <a:pt x="217" y="88"/>
                    <a:pt x="357" y="216"/>
                    <a:pt x="369" y="253"/>
                  </a:cubicBezTo>
                  <a:cubicBezTo>
                    <a:pt x="317" y="253"/>
                    <a:pt x="128" y="204"/>
                    <a:pt x="89" y="177"/>
                  </a:cubicBezTo>
                  <a:cubicBezTo>
                    <a:pt x="77" y="164"/>
                    <a:pt x="64" y="152"/>
                    <a:pt x="64" y="140"/>
                  </a:cubicBezTo>
                  <a:cubicBezTo>
                    <a:pt x="52" y="113"/>
                    <a:pt x="64" y="100"/>
                    <a:pt x="64" y="88"/>
                  </a:cubicBezTo>
                  <a:cubicBezTo>
                    <a:pt x="77" y="64"/>
                    <a:pt x="104" y="52"/>
                    <a:pt x="128" y="52"/>
                  </a:cubicBezTo>
                  <a:close/>
                  <a:moveTo>
                    <a:pt x="133" y="0"/>
                  </a:moveTo>
                  <a:cubicBezTo>
                    <a:pt x="91" y="0"/>
                    <a:pt x="53" y="20"/>
                    <a:pt x="28" y="64"/>
                  </a:cubicBezTo>
                  <a:cubicBezTo>
                    <a:pt x="13" y="88"/>
                    <a:pt x="0" y="113"/>
                    <a:pt x="13" y="152"/>
                  </a:cubicBezTo>
                  <a:cubicBezTo>
                    <a:pt x="28" y="177"/>
                    <a:pt x="40" y="204"/>
                    <a:pt x="64" y="228"/>
                  </a:cubicBezTo>
                  <a:cubicBezTo>
                    <a:pt x="89" y="228"/>
                    <a:pt x="281" y="304"/>
                    <a:pt x="369" y="304"/>
                  </a:cubicBezTo>
                  <a:cubicBezTo>
                    <a:pt x="393" y="304"/>
                    <a:pt x="421" y="292"/>
                    <a:pt x="421" y="292"/>
                  </a:cubicBezTo>
                  <a:cubicBezTo>
                    <a:pt x="421" y="280"/>
                    <a:pt x="433" y="265"/>
                    <a:pt x="421" y="253"/>
                  </a:cubicBezTo>
                  <a:cubicBezTo>
                    <a:pt x="409" y="177"/>
                    <a:pt x="229" y="36"/>
                    <a:pt x="192" y="12"/>
                  </a:cubicBezTo>
                  <a:cubicBezTo>
                    <a:pt x="172" y="5"/>
                    <a:pt x="152" y="0"/>
                    <a:pt x="1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"/>
            <p:cNvSpPr/>
            <p:nvPr/>
          </p:nvSpPr>
          <p:spPr>
            <a:xfrm>
              <a:off x="6714821" y="2445959"/>
              <a:ext cx="57955" cy="282744"/>
            </a:xfrm>
            <a:custGeom>
              <a:rect b="b" l="l" r="r" t="t"/>
              <a:pathLst>
                <a:path extrusionOk="0" h="1688" w="346">
                  <a:moveTo>
                    <a:pt x="321" y="0"/>
                  </a:moveTo>
                  <a:cubicBezTo>
                    <a:pt x="306" y="0"/>
                    <a:pt x="293" y="12"/>
                    <a:pt x="293" y="25"/>
                  </a:cubicBezTo>
                  <a:lnTo>
                    <a:pt x="105" y="506"/>
                  </a:lnTo>
                  <a:cubicBezTo>
                    <a:pt x="1" y="774"/>
                    <a:pt x="16" y="1066"/>
                    <a:pt x="129" y="1319"/>
                  </a:cubicBezTo>
                  <a:lnTo>
                    <a:pt x="281" y="1675"/>
                  </a:lnTo>
                  <a:cubicBezTo>
                    <a:pt x="281" y="1687"/>
                    <a:pt x="293" y="1687"/>
                    <a:pt x="306" y="1687"/>
                  </a:cubicBezTo>
                  <a:lnTo>
                    <a:pt x="321" y="1687"/>
                  </a:lnTo>
                  <a:cubicBezTo>
                    <a:pt x="333" y="1675"/>
                    <a:pt x="333" y="1660"/>
                    <a:pt x="333" y="1648"/>
                  </a:cubicBezTo>
                  <a:lnTo>
                    <a:pt x="181" y="1307"/>
                  </a:lnTo>
                  <a:cubicBezTo>
                    <a:pt x="65" y="1051"/>
                    <a:pt x="53" y="774"/>
                    <a:pt x="153" y="518"/>
                  </a:cubicBezTo>
                  <a:lnTo>
                    <a:pt x="333" y="37"/>
                  </a:lnTo>
                  <a:cubicBezTo>
                    <a:pt x="345" y="25"/>
                    <a:pt x="333" y="12"/>
                    <a:pt x="321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"/>
            <p:cNvSpPr/>
            <p:nvPr/>
          </p:nvSpPr>
          <p:spPr>
            <a:xfrm>
              <a:off x="6589865" y="2588168"/>
              <a:ext cx="907348" cy="421604"/>
            </a:xfrm>
            <a:custGeom>
              <a:rect b="b" l="l" r="r" t="t"/>
              <a:pathLst>
                <a:path extrusionOk="0" h="2517" w="5417">
                  <a:moveTo>
                    <a:pt x="4657" y="1"/>
                  </a:moveTo>
                  <a:lnTo>
                    <a:pt x="3299" y="177"/>
                  </a:lnTo>
                  <a:lnTo>
                    <a:pt x="3704" y="1332"/>
                  </a:lnTo>
                  <a:lnTo>
                    <a:pt x="1600" y="1496"/>
                  </a:lnTo>
                  <a:cubicBezTo>
                    <a:pt x="1536" y="1447"/>
                    <a:pt x="1484" y="1408"/>
                    <a:pt x="1420" y="1383"/>
                  </a:cubicBezTo>
                  <a:cubicBezTo>
                    <a:pt x="1420" y="1383"/>
                    <a:pt x="899" y="1131"/>
                    <a:pt x="698" y="1079"/>
                  </a:cubicBezTo>
                  <a:cubicBezTo>
                    <a:pt x="686" y="1067"/>
                    <a:pt x="659" y="1067"/>
                    <a:pt x="634" y="1067"/>
                  </a:cubicBezTo>
                  <a:cubicBezTo>
                    <a:pt x="622" y="1067"/>
                    <a:pt x="595" y="1079"/>
                    <a:pt x="583" y="1103"/>
                  </a:cubicBezTo>
                  <a:cubicBezTo>
                    <a:pt x="570" y="1131"/>
                    <a:pt x="583" y="1155"/>
                    <a:pt x="583" y="1179"/>
                  </a:cubicBezTo>
                  <a:cubicBezTo>
                    <a:pt x="622" y="1256"/>
                    <a:pt x="686" y="1320"/>
                    <a:pt x="735" y="1383"/>
                  </a:cubicBezTo>
                  <a:cubicBezTo>
                    <a:pt x="659" y="1396"/>
                    <a:pt x="583" y="1396"/>
                    <a:pt x="494" y="1396"/>
                  </a:cubicBezTo>
                  <a:cubicBezTo>
                    <a:pt x="305" y="1408"/>
                    <a:pt x="1" y="1396"/>
                    <a:pt x="37" y="1636"/>
                  </a:cubicBezTo>
                  <a:cubicBezTo>
                    <a:pt x="47" y="1705"/>
                    <a:pt x="88" y="1730"/>
                    <a:pt x="142" y="1730"/>
                  </a:cubicBezTo>
                  <a:cubicBezTo>
                    <a:pt x="157" y="1730"/>
                    <a:pt x="173" y="1728"/>
                    <a:pt x="190" y="1725"/>
                  </a:cubicBezTo>
                  <a:lnTo>
                    <a:pt x="190" y="1725"/>
                  </a:lnTo>
                  <a:cubicBezTo>
                    <a:pt x="89" y="1764"/>
                    <a:pt x="13" y="1816"/>
                    <a:pt x="50" y="1929"/>
                  </a:cubicBezTo>
                  <a:cubicBezTo>
                    <a:pt x="68" y="2006"/>
                    <a:pt x="120" y="2032"/>
                    <a:pt x="182" y="2032"/>
                  </a:cubicBezTo>
                  <a:cubicBezTo>
                    <a:pt x="212" y="2032"/>
                    <a:pt x="245" y="2026"/>
                    <a:pt x="278" y="2017"/>
                  </a:cubicBezTo>
                  <a:lnTo>
                    <a:pt x="278" y="2017"/>
                  </a:lnTo>
                  <a:cubicBezTo>
                    <a:pt x="214" y="2044"/>
                    <a:pt x="177" y="2081"/>
                    <a:pt x="190" y="2157"/>
                  </a:cubicBezTo>
                  <a:cubicBezTo>
                    <a:pt x="207" y="2256"/>
                    <a:pt x="276" y="2285"/>
                    <a:pt x="355" y="2285"/>
                  </a:cubicBezTo>
                  <a:cubicBezTo>
                    <a:pt x="389" y="2285"/>
                    <a:pt x="424" y="2280"/>
                    <a:pt x="458" y="2273"/>
                  </a:cubicBezTo>
                  <a:lnTo>
                    <a:pt x="458" y="2273"/>
                  </a:lnTo>
                  <a:cubicBezTo>
                    <a:pt x="354" y="2334"/>
                    <a:pt x="470" y="2474"/>
                    <a:pt x="622" y="2474"/>
                  </a:cubicBezTo>
                  <a:lnTo>
                    <a:pt x="1396" y="2513"/>
                  </a:lnTo>
                  <a:cubicBezTo>
                    <a:pt x="1407" y="2515"/>
                    <a:pt x="1418" y="2516"/>
                    <a:pt x="1430" y="2516"/>
                  </a:cubicBezTo>
                  <a:cubicBezTo>
                    <a:pt x="1489" y="2516"/>
                    <a:pt x="1561" y="2492"/>
                    <a:pt x="1624" y="2449"/>
                  </a:cubicBezTo>
                  <a:lnTo>
                    <a:pt x="4341" y="2474"/>
                  </a:lnTo>
                  <a:cubicBezTo>
                    <a:pt x="4346" y="2474"/>
                    <a:pt x="4352" y="2474"/>
                    <a:pt x="4358" y="2474"/>
                  </a:cubicBezTo>
                  <a:cubicBezTo>
                    <a:pt x="5006" y="2474"/>
                    <a:pt x="5416" y="1783"/>
                    <a:pt x="5126" y="1207"/>
                  </a:cubicBezTo>
                  <a:lnTo>
                    <a:pt x="4657" y="1"/>
                  </a:lnTo>
                  <a:close/>
                </a:path>
              </a:pathLst>
            </a:custGeom>
            <a:solidFill>
              <a:srgbClr val="E8A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"/>
            <p:cNvSpPr/>
            <p:nvPr/>
          </p:nvSpPr>
          <p:spPr>
            <a:xfrm>
              <a:off x="6712811" y="2819821"/>
              <a:ext cx="168" cy="168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87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"/>
            <p:cNvSpPr/>
            <p:nvPr/>
          </p:nvSpPr>
          <p:spPr>
            <a:xfrm>
              <a:off x="6696061" y="2800391"/>
              <a:ext cx="89445" cy="23618"/>
            </a:xfrm>
            <a:custGeom>
              <a:rect b="b" l="l" r="r" t="t"/>
              <a:pathLst>
                <a:path extrusionOk="0" h="141" w="534">
                  <a:moveTo>
                    <a:pt x="0" y="1"/>
                  </a:moveTo>
                  <a:lnTo>
                    <a:pt x="101" y="116"/>
                  </a:lnTo>
                  <a:lnTo>
                    <a:pt x="101" y="129"/>
                  </a:lnTo>
                  <a:lnTo>
                    <a:pt x="533" y="141"/>
                  </a:lnTo>
                  <a:cubicBezTo>
                    <a:pt x="533" y="141"/>
                    <a:pt x="89" y="1"/>
                    <a:pt x="0" y="1"/>
                  </a:cubicBezTo>
                  <a:close/>
                </a:path>
              </a:pathLst>
            </a:custGeom>
            <a:solidFill>
              <a:srgbClr val="E58E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"/>
            <p:cNvSpPr/>
            <p:nvPr/>
          </p:nvSpPr>
          <p:spPr>
            <a:xfrm>
              <a:off x="6610803" y="2870909"/>
              <a:ext cx="57788" cy="12898"/>
            </a:xfrm>
            <a:custGeom>
              <a:rect b="b" l="l" r="r" t="t"/>
              <a:pathLst>
                <a:path extrusionOk="0" h="77" w="345">
                  <a:moveTo>
                    <a:pt x="317" y="0"/>
                  </a:moveTo>
                  <a:cubicBezTo>
                    <a:pt x="269" y="0"/>
                    <a:pt x="65" y="12"/>
                    <a:pt x="13" y="24"/>
                  </a:cubicBezTo>
                  <a:cubicBezTo>
                    <a:pt x="1" y="24"/>
                    <a:pt x="1" y="37"/>
                    <a:pt x="1" y="52"/>
                  </a:cubicBezTo>
                  <a:cubicBezTo>
                    <a:pt x="1" y="64"/>
                    <a:pt x="13" y="76"/>
                    <a:pt x="28" y="76"/>
                  </a:cubicBezTo>
                  <a:lnTo>
                    <a:pt x="40" y="76"/>
                  </a:lnTo>
                  <a:cubicBezTo>
                    <a:pt x="65" y="64"/>
                    <a:pt x="217" y="64"/>
                    <a:pt x="317" y="52"/>
                  </a:cubicBezTo>
                  <a:cubicBezTo>
                    <a:pt x="333" y="52"/>
                    <a:pt x="345" y="37"/>
                    <a:pt x="345" y="24"/>
                  </a:cubicBezTo>
                  <a:cubicBezTo>
                    <a:pt x="345" y="12"/>
                    <a:pt x="333" y="0"/>
                    <a:pt x="317" y="0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"/>
            <p:cNvSpPr/>
            <p:nvPr/>
          </p:nvSpPr>
          <p:spPr>
            <a:xfrm>
              <a:off x="6628223" y="2921829"/>
              <a:ext cx="48575" cy="8878"/>
            </a:xfrm>
            <a:custGeom>
              <a:rect b="b" l="l" r="r" t="t"/>
              <a:pathLst>
                <a:path extrusionOk="0" h="53" w="290">
                  <a:moveTo>
                    <a:pt x="25" y="1"/>
                  </a:moveTo>
                  <a:cubicBezTo>
                    <a:pt x="12" y="13"/>
                    <a:pt x="0" y="13"/>
                    <a:pt x="0" y="37"/>
                  </a:cubicBezTo>
                  <a:cubicBezTo>
                    <a:pt x="0" y="52"/>
                    <a:pt x="12" y="52"/>
                    <a:pt x="25" y="52"/>
                  </a:cubicBezTo>
                  <a:lnTo>
                    <a:pt x="265" y="52"/>
                  </a:lnTo>
                  <a:cubicBezTo>
                    <a:pt x="277" y="52"/>
                    <a:pt x="290" y="37"/>
                    <a:pt x="290" y="25"/>
                  </a:cubicBezTo>
                  <a:cubicBezTo>
                    <a:pt x="277" y="13"/>
                    <a:pt x="265" y="1"/>
                    <a:pt x="253" y="1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"/>
            <p:cNvSpPr/>
            <p:nvPr/>
          </p:nvSpPr>
          <p:spPr>
            <a:xfrm>
              <a:off x="6661890" y="2962197"/>
              <a:ext cx="30150" cy="10888"/>
            </a:xfrm>
            <a:custGeom>
              <a:rect b="b" l="l" r="r" t="t"/>
              <a:pathLst>
                <a:path extrusionOk="0" h="65" w="180">
                  <a:moveTo>
                    <a:pt x="140" y="0"/>
                  </a:moveTo>
                  <a:lnTo>
                    <a:pt x="28" y="12"/>
                  </a:lnTo>
                  <a:cubicBezTo>
                    <a:pt x="0" y="12"/>
                    <a:pt x="0" y="25"/>
                    <a:pt x="0" y="40"/>
                  </a:cubicBezTo>
                  <a:cubicBezTo>
                    <a:pt x="0" y="52"/>
                    <a:pt x="12" y="64"/>
                    <a:pt x="28" y="64"/>
                  </a:cubicBezTo>
                  <a:lnTo>
                    <a:pt x="153" y="52"/>
                  </a:lnTo>
                  <a:cubicBezTo>
                    <a:pt x="165" y="52"/>
                    <a:pt x="180" y="40"/>
                    <a:pt x="165" y="25"/>
                  </a:cubicBezTo>
                  <a:cubicBezTo>
                    <a:pt x="165" y="12"/>
                    <a:pt x="153" y="0"/>
                    <a:pt x="140" y="0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"/>
            <p:cNvSpPr/>
            <p:nvPr/>
          </p:nvSpPr>
          <p:spPr>
            <a:xfrm>
              <a:off x="7138263" y="2800391"/>
              <a:ext cx="106363" cy="19598"/>
            </a:xfrm>
            <a:custGeom>
              <a:rect b="b" l="l" r="r" t="t"/>
              <a:pathLst>
                <a:path extrusionOk="0" h="117" w="635">
                  <a:moveTo>
                    <a:pt x="595" y="1"/>
                  </a:moveTo>
                  <a:lnTo>
                    <a:pt x="25" y="65"/>
                  </a:lnTo>
                  <a:cubicBezTo>
                    <a:pt x="13" y="65"/>
                    <a:pt x="1" y="77"/>
                    <a:pt x="1" y="92"/>
                  </a:cubicBezTo>
                  <a:cubicBezTo>
                    <a:pt x="1" y="104"/>
                    <a:pt x="13" y="116"/>
                    <a:pt x="25" y="116"/>
                  </a:cubicBezTo>
                  <a:lnTo>
                    <a:pt x="37" y="116"/>
                  </a:lnTo>
                  <a:lnTo>
                    <a:pt x="610" y="53"/>
                  </a:lnTo>
                  <a:cubicBezTo>
                    <a:pt x="622" y="53"/>
                    <a:pt x="634" y="40"/>
                    <a:pt x="634" y="28"/>
                  </a:cubicBezTo>
                  <a:cubicBezTo>
                    <a:pt x="622" y="16"/>
                    <a:pt x="610" y="1"/>
                    <a:pt x="595" y="1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"/>
            <p:cNvSpPr/>
            <p:nvPr/>
          </p:nvSpPr>
          <p:spPr>
            <a:xfrm>
              <a:off x="6038955" y="3064205"/>
              <a:ext cx="1313702" cy="1235163"/>
            </a:xfrm>
            <a:custGeom>
              <a:rect b="b" l="l" r="r" t="t"/>
              <a:pathLst>
                <a:path extrusionOk="0" h="7374" w="7843">
                  <a:moveTo>
                    <a:pt x="2693" y="0"/>
                  </a:moveTo>
                  <a:cubicBezTo>
                    <a:pt x="2197" y="0"/>
                    <a:pt x="1767" y="229"/>
                    <a:pt x="1487" y="585"/>
                  </a:cubicBezTo>
                  <a:cubicBezTo>
                    <a:pt x="738" y="786"/>
                    <a:pt x="180" y="1471"/>
                    <a:pt x="153" y="2272"/>
                  </a:cubicBezTo>
                  <a:lnTo>
                    <a:pt x="1" y="7120"/>
                  </a:lnTo>
                  <a:cubicBezTo>
                    <a:pt x="1" y="7221"/>
                    <a:pt x="77" y="7309"/>
                    <a:pt x="193" y="7321"/>
                  </a:cubicBezTo>
                  <a:lnTo>
                    <a:pt x="1447" y="7334"/>
                  </a:lnTo>
                  <a:cubicBezTo>
                    <a:pt x="1456" y="7335"/>
                    <a:pt x="1465" y="7336"/>
                    <a:pt x="1473" y="7336"/>
                  </a:cubicBezTo>
                  <a:cubicBezTo>
                    <a:pt x="1535" y="7336"/>
                    <a:pt x="1578" y="7288"/>
                    <a:pt x="1600" y="7221"/>
                  </a:cubicBezTo>
                  <a:lnTo>
                    <a:pt x="2032" y="5202"/>
                  </a:lnTo>
                  <a:lnTo>
                    <a:pt x="2528" y="7233"/>
                  </a:lnTo>
                  <a:cubicBezTo>
                    <a:pt x="2541" y="7309"/>
                    <a:pt x="2605" y="7373"/>
                    <a:pt x="2693" y="7373"/>
                  </a:cubicBezTo>
                  <a:lnTo>
                    <a:pt x="4456" y="7349"/>
                  </a:lnTo>
                  <a:cubicBezTo>
                    <a:pt x="4520" y="7349"/>
                    <a:pt x="4569" y="7273"/>
                    <a:pt x="4557" y="7209"/>
                  </a:cubicBezTo>
                  <a:lnTo>
                    <a:pt x="3162" y="2324"/>
                  </a:lnTo>
                  <a:lnTo>
                    <a:pt x="5370" y="2284"/>
                  </a:lnTo>
                  <a:cubicBezTo>
                    <a:pt x="6652" y="2272"/>
                    <a:pt x="7706" y="1307"/>
                    <a:pt x="7843" y="40"/>
                  </a:cubicBezTo>
                  <a:lnTo>
                    <a:pt x="2693" y="0"/>
                  </a:ln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2"/>
            <p:cNvSpPr/>
            <p:nvPr/>
          </p:nvSpPr>
          <p:spPr>
            <a:xfrm>
              <a:off x="6220023" y="3060018"/>
              <a:ext cx="1137325" cy="898986"/>
            </a:xfrm>
            <a:custGeom>
              <a:rect b="b" l="l" r="r" t="t"/>
              <a:pathLst>
                <a:path extrusionOk="0" h="5367" w="6790">
                  <a:moveTo>
                    <a:pt x="1612" y="1"/>
                  </a:moveTo>
                  <a:cubicBezTo>
                    <a:pt x="1128" y="1"/>
                    <a:pt x="698" y="202"/>
                    <a:pt x="394" y="583"/>
                  </a:cubicBezTo>
                  <a:cubicBezTo>
                    <a:pt x="101" y="951"/>
                    <a:pt x="1" y="1435"/>
                    <a:pt x="114" y="1892"/>
                  </a:cubicBezTo>
                  <a:lnTo>
                    <a:pt x="939" y="5355"/>
                  </a:lnTo>
                  <a:cubicBezTo>
                    <a:pt x="939" y="5367"/>
                    <a:pt x="951" y="5367"/>
                    <a:pt x="963" y="5367"/>
                  </a:cubicBezTo>
                  <a:cubicBezTo>
                    <a:pt x="975" y="5367"/>
                    <a:pt x="991" y="5355"/>
                    <a:pt x="991" y="5343"/>
                  </a:cubicBezTo>
                  <a:lnTo>
                    <a:pt x="165" y="1892"/>
                  </a:lnTo>
                  <a:cubicBezTo>
                    <a:pt x="50" y="1435"/>
                    <a:pt x="153" y="978"/>
                    <a:pt x="430" y="610"/>
                  </a:cubicBezTo>
                  <a:cubicBezTo>
                    <a:pt x="723" y="254"/>
                    <a:pt x="1155" y="50"/>
                    <a:pt x="1612" y="50"/>
                  </a:cubicBezTo>
                  <a:lnTo>
                    <a:pt x="6762" y="89"/>
                  </a:lnTo>
                  <a:cubicBezTo>
                    <a:pt x="6777" y="89"/>
                    <a:pt x="6789" y="77"/>
                    <a:pt x="6789" y="65"/>
                  </a:cubicBezTo>
                  <a:cubicBezTo>
                    <a:pt x="6789" y="50"/>
                    <a:pt x="6777" y="37"/>
                    <a:pt x="6762" y="37"/>
                  </a:cubicBezTo>
                  <a:lnTo>
                    <a:pt x="16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2"/>
            <p:cNvSpPr/>
            <p:nvPr/>
          </p:nvSpPr>
          <p:spPr>
            <a:xfrm>
              <a:off x="6719511" y="1737933"/>
              <a:ext cx="580220" cy="595304"/>
            </a:xfrm>
            <a:custGeom>
              <a:rect b="b" l="l" r="r" t="t"/>
              <a:pathLst>
                <a:path extrusionOk="0" h="3554" w="3464">
                  <a:moveTo>
                    <a:pt x="2807" y="0"/>
                  </a:moveTo>
                  <a:cubicBezTo>
                    <a:pt x="2662" y="0"/>
                    <a:pt x="2522" y="68"/>
                    <a:pt x="2437" y="192"/>
                  </a:cubicBezTo>
                  <a:cubicBezTo>
                    <a:pt x="2373" y="268"/>
                    <a:pt x="2333" y="369"/>
                    <a:pt x="2297" y="496"/>
                  </a:cubicBezTo>
                  <a:cubicBezTo>
                    <a:pt x="2233" y="469"/>
                    <a:pt x="2157" y="457"/>
                    <a:pt x="2093" y="457"/>
                  </a:cubicBezTo>
                  <a:lnTo>
                    <a:pt x="1764" y="469"/>
                  </a:lnTo>
                  <a:lnTo>
                    <a:pt x="1371" y="317"/>
                  </a:lnTo>
                  <a:cubicBezTo>
                    <a:pt x="1304" y="292"/>
                    <a:pt x="1235" y="280"/>
                    <a:pt x="1168" y="280"/>
                  </a:cubicBezTo>
                  <a:cubicBezTo>
                    <a:pt x="903" y="280"/>
                    <a:pt x="658" y="465"/>
                    <a:pt x="597" y="749"/>
                  </a:cubicBezTo>
                  <a:lnTo>
                    <a:pt x="506" y="1118"/>
                  </a:lnTo>
                  <a:lnTo>
                    <a:pt x="546" y="1130"/>
                  </a:lnTo>
                  <a:cubicBezTo>
                    <a:pt x="521" y="1218"/>
                    <a:pt x="494" y="1307"/>
                    <a:pt x="482" y="1410"/>
                  </a:cubicBezTo>
                  <a:lnTo>
                    <a:pt x="457" y="1727"/>
                  </a:lnTo>
                  <a:lnTo>
                    <a:pt x="646" y="1751"/>
                  </a:lnTo>
                  <a:cubicBezTo>
                    <a:pt x="673" y="1815"/>
                    <a:pt x="750" y="2095"/>
                    <a:pt x="673" y="2260"/>
                  </a:cubicBezTo>
                  <a:cubicBezTo>
                    <a:pt x="597" y="2412"/>
                    <a:pt x="418" y="2500"/>
                    <a:pt x="265" y="2601"/>
                  </a:cubicBezTo>
                  <a:cubicBezTo>
                    <a:pt x="125" y="2717"/>
                    <a:pt x="0" y="2918"/>
                    <a:pt x="101" y="3058"/>
                  </a:cubicBezTo>
                  <a:cubicBezTo>
                    <a:pt x="166" y="3019"/>
                    <a:pt x="240" y="3002"/>
                    <a:pt x="314" y="3002"/>
                  </a:cubicBezTo>
                  <a:cubicBezTo>
                    <a:pt x="457" y="3002"/>
                    <a:pt x="601" y="3069"/>
                    <a:pt x="686" y="3186"/>
                  </a:cubicBezTo>
                  <a:cubicBezTo>
                    <a:pt x="762" y="3070"/>
                    <a:pt x="850" y="2957"/>
                    <a:pt x="926" y="2841"/>
                  </a:cubicBezTo>
                  <a:lnTo>
                    <a:pt x="926" y="2841"/>
                  </a:lnTo>
                  <a:cubicBezTo>
                    <a:pt x="874" y="2969"/>
                    <a:pt x="862" y="3109"/>
                    <a:pt x="874" y="3250"/>
                  </a:cubicBezTo>
                  <a:cubicBezTo>
                    <a:pt x="970" y="3268"/>
                    <a:pt x="1069" y="3277"/>
                    <a:pt x="1165" y="3277"/>
                  </a:cubicBezTo>
                  <a:cubicBezTo>
                    <a:pt x="1262" y="3277"/>
                    <a:pt x="1357" y="3268"/>
                    <a:pt x="1447" y="3250"/>
                  </a:cubicBezTo>
                  <a:cubicBezTo>
                    <a:pt x="1471" y="3237"/>
                    <a:pt x="1496" y="3237"/>
                    <a:pt x="1511" y="3222"/>
                  </a:cubicBezTo>
                  <a:cubicBezTo>
                    <a:pt x="1572" y="3250"/>
                    <a:pt x="1636" y="3286"/>
                    <a:pt x="1700" y="3314"/>
                  </a:cubicBezTo>
                  <a:cubicBezTo>
                    <a:pt x="1739" y="3210"/>
                    <a:pt x="1788" y="3097"/>
                    <a:pt x="1852" y="3009"/>
                  </a:cubicBezTo>
                  <a:cubicBezTo>
                    <a:pt x="1864" y="2994"/>
                    <a:pt x="1892" y="2982"/>
                    <a:pt x="1916" y="2969"/>
                  </a:cubicBezTo>
                  <a:lnTo>
                    <a:pt x="1916" y="3362"/>
                  </a:lnTo>
                  <a:cubicBezTo>
                    <a:pt x="1916" y="3414"/>
                    <a:pt x="1916" y="3451"/>
                    <a:pt x="1940" y="3478"/>
                  </a:cubicBezTo>
                  <a:cubicBezTo>
                    <a:pt x="1968" y="3502"/>
                    <a:pt x="1992" y="3515"/>
                    <a:pt x="2029" y="3515"/>
                  </a:cubicBezTo>
                  <a:cubicBezTo>
                    <a:pt x="2119" y="3540"/>
                    <a:pt x="2214" y="3553"/>
                    <a:pt x="2310" y="3553"/>
                  </a:cubicBezTo>
                  <a:cubicBezTo>
                    <a:pt x="2407" y="3553"/>
                    <a:pt x="2505" y="3540"/>
                    <a:pt x="2601" y="3515"/>
                  </a:cubicBezTo>
                  <a:cubicBezTo>
                    <a:pt x="2613" y="3390"/>
                    <a:pt x="2601" y="3237"/>
                    <a:pt x="2549" y="3109"/>
                  </a:cubicBezTo>
                  <a:lnTo>
                    <a:pt x="2549" y="3109"/>
                  </a:lnTo>
                  <a:cubicBezTo>
                    <a:pt x="2626" y="3222"/>
                    <a:pt x="2714" y="3350"/>
                    <a:pt x="2790" y="3466"/>
                  </a:cubicBezTo>
                  <a:cubicBezTo>
                    <a:pt x="2874" y="3348"/>
                    <a:pt x="3019" y="3280"/>
                    <a:pt x="3158" y="3280"/>
                  </a:cubicBezTo>
                  <a:cubicBezTo>
                    <a:pt x="3231" y="3280"/>
                    <a:pt x="3302" y="3298"/>
                    <a:pt x="3363" y="3338"/>
                  </a:cubicBezTo>
                  <a:cubicBezTo>
                    <a:pt x="3463" y="3186"/>
                    <a:pt x="3350" y="2982"/>
                    <a:pt x="3198" y="2881"/>
                  </a:cubicBezTo>
                  <a:cubicBezTo>
                    <a:pt x="3058" y="2765"/>
                    <a:pt x="2881" y="2689"/>
                    <a:pt x="2805" y="2525"/>
                  </a:cubicBezTo>
                  <a:cubicBezTo>
                    <a:pt x="2714" y="2348"/>
                    <a:pt x="2830" y="2004"/>
                    <a:pt x="2830" y="2004"/>
                  </a:cubicBezTo>
                  <a:cubicBezTo>
                    <a:pt x="2918" y="1803"/>
                    <a:pt x="2881" y="1575"/>
                    <a:pt x="2766" y="1395"/>
                  </a:cubicBezTo>
                  <a:lnTo>
                    <a:pt x="2754" y="1142"/>
                  </a:lnTo>
                  <a:lnTo>
                    <a:pt x="2754" y="1066"/>
                  </a:lnTo>
                  <a:cubicBezTo>
                    <a:pt x="2930" y="990"/>
                    <a:pt x="3095" y="862"/>
                    <a:pt x="3186" y="749"/>
                  </a:cubicBezTo>
                  <a:cubicBezTo>
                    <a:pt x="3338" y="533"/>
                    <a:pt x="3286" y="241"/>
                    <a:pt x="3082" y="88"/>
                  </a:cubicBezTo>
                  <a:cubicBezTo>
                    <a:pt x="2998" y="29"/>
                    <a:pt x="2901" y="0"/>
                    <a:pt x="2807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2"/>
            <p:cNvSpPr/>
            <p:nvPr/>
          </p:nvSpPr>
          <p:spPr>
            <a:xfrm>
              <a:off x="6798069" y="1884831"/>
              <a:ext cx="361298" cy="476712"/>
            </a:xfrm>
            <a:custGeom>
              <a:rect b="b" l="l" r="r" t="t"/>
              <a:pathLst>
                <a:path extrusionOk="0" h="2846" w="2157">
                  <a:moveTo>
                    <a:pt x="610" y="0"/>
                  </a:moveTo>
                  <a:lnTo>
                    <a:pt x="533" y="317"/>
                  </a:lnTo>
                  <a:lnTo>
                    <a:pt x="217" y="265"/>
                  </a:lnTo>
                  <a:lnTo>
                    <a:pt x="64" y="1154"/>
                  </a:lnTo>
                  <a:cubicBezTo>
                    <a:pt x="0" y="1495"/>
                    <a:pt x="189" y="1827"/>
                    <a:pt x="509" y="1940"/>
                  </a:cubicBezTo>
                  <a:lnTo>
                    <a:pt x="546" y="2345"/>
                  </a:lnTo>
                  <a:cubicBezTo>
                    <a:pt x="582" y="2628"/>
                    <a:pt x="835" y="2845"/>
                    <a:pt x="1137" y="2845"/>
                  </a:cubicBezTo>
                  <a:cubicBezTo>
                    <a:pt x="1160" y="2845"/>
                    <a:pt x="1183" y="2844"/>
                    <a:pt x="1206" y="2842"/>
                  </a:cubicBezTo>
                  <a:lnTo>
                    <a:pt x="1219" y="2842"/>
                  </a:lnTo>
                  <a:cubicBezTo>
                    <a:pt x="1535" y="2802"/>
                    <a:pt x="1828" y="2589"/>
                    <a:pt x="1803" y="2269"/>
                  </a:cubicBezTo>
                  <a:lnTo>
                    <a:pt x="1636" y="1231"/>
                  </a:lnTo>
                  <a:lnTo>
                    <a:pt x="1803" y="1231"/>
                  </a:lnTo>
                  <a:cubicBezTo>
                    <a:pt x="1810" y="1231"/>
                    <a:pt x="1817" y="1231"/>
                    <a:pt x="1824" y="1231"/>
                  </a:cubicBezTo>
                  <a:cubicBezTo>
                    <a:pt x="2003" y="1231"/>
                    <a:pt x="2144" y="1083"/>
                    <a:pt x="2144" y="899"/>
                  </a:cubicBezTo>
                  <a:lnTo>
                    <a:pt x="2157" y="899"/>
                  </a:lnTo>
                  <a:cubicBezTo>
                    <a:pt x="2157" y="710"/>
                    <a:pt x="2004" y="557"/>
                    <a:pt x="1828" y="545"/>
                  </a:cubicBezTo>
                  <a:lnTo>
                    <a:pt x="1712" y="545"/>
                  </a:lnTo>
                  <a:lnTo>
                    <a:pt x="1587" y="774"/>
                  </a:lnTo>
                  <a:cubicBezTo>
                    <a:pt x="1565" y="811"/>
                    <a:pt x="1531" y="828"/>
                    <a:pt x="1497" y="828"/>
                  </a:cubicBezTo>
                  <a:cubicBezTo>
                    <a:pt x="1451" y="828"/>
                    <a:pt x="1407" y="794"/>
                    <a:pt x="1407" y="734"/>
                  </a:cubicBezTo>
                  <a:lnTo>
                    <a:pt x="1359" y="253"/>
                  </a:lnTo>
                  <a:cubicBezTo>
                    <a:pt x="1351" y="197"/>
                    <a:pt x="1302" y="161"/>
                    <a:pt x="1254" y="161"/>
                  </a:cubicBezTo>
                  <a:cubicBezTo>
                    <a:pt x="1226" y="161"/>
                    <a:pt x="1198" y="173"/>
                    <a:pt x="1179" y="201"/>
                  </a:cubicBezTo>
                  <a:lnTo>
                    <a:pt x="1066" y="329"/>
                  </a:lnTo>
                  <a:lnTo>
                    <a:pt x="686" y="317"/>
                  </a:lnTo>
                  <a:lnTo>
                    <a:pt x="610" y="0"/>
                  </a:lnTo>
                  <a:close/>
                </a:path>
              </a:pathLst>
            </a:custGeom>
            <a:solidFill>
              <a:srgbClr val="E8A2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2"/>
            <p:cNvSpPr/>
            <p:nvPr/>
          </p:nvSpPr>
          <p:spPr>
            <a:xfrm>
              <a:off x="6883327" y="2180135"/>
              <a:ext cx="127635" cy="89446"/>
            </a:xfrm>
            <a:custGeom>
              <a:rect b="b" l="l" r="r" t="t"/>
              <a:pathLst>
                <a:path extrusionOk="0" h="534" w="762">
                  <a:moveTo>
                    <a:pt x="734" y="0"/>
                  </a:moveTo>
                  <a:lnTo>
                    <a:pt x="734" y="0"/>
                  </a:lnTo>
                  <a:cubicBezTo>
                    <a:pt x="650" y="170"/>
                    <a:pt x="286" y="192"/>
                    <a:pt x="104" y="192"/>
                  </a:cubicBezTo>
                  <a:cubicBezTo>
                    <a:pt x="41" y="192"/>
                    <a:pt x="0" y="189"/>
                    <a:pt x="0" y="189"/>
                  </a:cubicBezTo>
                  <a:lnTo>
                    <a:pt x="0" y="189"/>
                  </a:lnTo>
                  <a:lnTo>
                    <a:pt x="37" y="533"/>
                  </a:lnTo>
                  <a:cubicBezTo>
                    <a:pt x="761" y="393"/>
                    <a:pt x="734" y="1"/>
                    <a:pt x="734" y="0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"/>
            <p:cNvSpPr/>
            <p:nvPr/>
          </p:nvSpPr>
          <p:spPr>
            <a:xfrm>
              <a:off x="7082653" y="2065062"/>
              <a:ext cx="53265" cy="51423"/>
            </a:xfrm>
            <a:custGeom>
              <a:rect b="b" l="l" r="r" t="t"/>
              <a:pathLst>
                <a:path extrusionOk="0" h="307" w="318">
                  <a:moveTo>
                    <a:pt x="153" y="51"/>
                  </a:moveTo>
                  <a:cubicBezTo>
                    <a:pt x="217" y="51"/>
                    <a:pt x="257" y="91"/>
                    <a:pt x="269" y="142"/>
                  </a:cubicBezTo>
                  <a:cubicBezTo>
                    <a:pt x="269" y="167"/>
                    <a:pt x="257" y="191"/>
                    <a:pt x="241" y="218"/>
                  </a:cubicBezTo>
                  <a:cubicBezTo>
                    <a:pt x="217" y="243"/>
                    <a:pt x="193" y="243"/>
                    <a:pt x="165" y="255"/>
                  </a:cubicBezTo>
                  <a:cubicBezTo>
                    <a:pt x="117" y="255"/>
                    <a:pt x="65" y="218"/>
                    <a:pt x="53" y="155"/>
                  </a:cubicBezTo>
                  <a:cubicBezTo>
                    <a:pt x="53" y="103"/>
                    <a:pt x="104" y="51"/>
                    <a:pt x="153" y="51"/>
                  </a:cubicBezTo>
                  <a:close/>
                  <a:moveTo>
                    <a:pt x="173" y="1"/>
                  </a:moveTo>
                  <a:cubicBezTo>
                    <a:pt x="166" y="1"/>
                    <a:pt x="160" y="1"/>
                    <a:pt x="153" y="2"/>
                  </a:cubicBezTo>
                  <a:cubicBezTo>
                    <a:pt x="65" y="2"/>
                    <a:pt x="1" y="78"/>
                    <a:pt x="1" y="155"/>
                  </a:cubicBezTo>
                  <a:cubicBezTo>
                    <a:pt x="13" y="243"/>
                    <a:pt x="77" y="307"/>
                    <a:pt x="153" y="307"/>
                  </a:cubicBezTo>
                  <a:lnTo>
                    <a:pt x="165" y="307"/>
                  </a:lnTo>
                  <a:cubicBezTo>
                    <a:pt x="205" y="295"/>
                    <a:pt x="241" y="279"/>
                    <a:pt x="281" y="255"/>
                  </a:cubicBezTo>
                  <a:cubicBezTo>
                    <a:pt x="305" y="218"/>
                    <a:pt x="318" y="179"/>
                    <a:pt x="318" y="142"/>
                  </a:cubicBezTo>
                  <a:cubicBezTo>
                    <a:pt x="306" y="59"/>
                    <a:pt x="242" y="1"/>
                    <a:pt x="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"/>
            <p:cNvSpPr/>
            <p:nvPr/>
          </p:nvSpPr>
          <p:spPr>
            <a:xfrm>
              <a:off x="6848989" y="2243786"/>
              <a:ext cx="286927" cy="178223"/>
            </a:xfrm>
            <a:custGeom>
              <a:rect b="b" l="l" r="r" t="t"/>
              <a:pathLst>
                <a:path extrusionOk="0" h="1064" w="1713">
                  <a:moveTo>
                    <a:pt x="1455" y="0"/>
                  </a:moveTo>
                  <a:cubicBezTo>
                    <a:pt x="1444" y="0"/>
                    <a:pt x="1432" y="4"/>
                    <a:pt x="1423" y="13"/>
                  </a:cubicBezTo>
                  <a:lnTo>
                    <a:pt x="723" y="583"/>
                  </a:lnTo>
                  <a:lnTo>
                    <a:pt x="242" y="89"/>
                  </a:lnTo>
                  <a:cubicBezTo>
                    <a:pt x="230" y="73"/>
                    <a:pt x="215" y="66"/>
                    <a:pt x="201" y="66"/>
                  </a:cubicBezTo>
                  <a:cubicBezTo>
                    <a:pt x="171" y="66"/>
                    <a:pt x="141" y="98"/>
                    <a:pt x="141" y="141"/>
                  </a:cubicBezTo>
                  <a:lnTo>
                    <a:pt x="13" y="458"/>
                  </a:lnTo>
                  <a:cubicBezTo>
                    <a:pt x="1" y="495"/>
                    <a:pt x="1" y="546"/>
                    <a:pt x="38" y="571"/>
                  </a:cubicBezTo>
                  <a:lnTo>
                    <a:pt x="357" y="951"/>
                  </a:lnTo>
                  <a:cubicBezTo>
                    <a:pt x="371" y="974"/>
                    <a:pt x="394" y="988"/>
                    <a:pt x="416" y="988"/>
                  </a:cubicBezTo>
                  <a:cubicBezTo>
                    <a:pt x="432" y="988"/>
                    <a:pt x="447" y="980"/>
                    <a:pt x="458" y="964"/>
                  </a:cubicBezTo>
                  <a:lnTo>
                    <a:pt x="723" y="647"/>
                  </a:lnTo>
                  <a:lnTo>
                    <a:pt x="1119" y="1040"/>
                  </a:lnTo>
                  <a:cubicBezTo>
                    <a:pt x="1139" y="1056"/>
                    <a:pt x="1163" y="1064"/>
                    <a:pt x="1186" y="1064"/>
                  </a:cubicBezTo>
                  <a:cubicBezTo>
                    <a:pt x="1217" y="1064"/>
                    <a:pt x="1248" y="1050"/>
                    <a:pt x="1271" y="1027"/>
                  </a:cubicBezTo>
                  <a:lnTo>
                    <a:pt x="1676" y="546"/>
                  </a:lnTo>
                  <a:cubicBezTo>
                    <a:pt x="1700" y="507"/>
                    <a:pt x="1713" y="458"/>
                    <a:pt x="1688" y="418"/>
                  </a:cubicBezTo>
                  <a:lnTo>
                    <a:pt x="1499" y="26"/>
                  </a:lnTo>
                  <a:cubicBezTo>
                    <a:pt x="1490" y="10"/>
                    <a:pt x="1472" y="0"/>
                    <a:pt x="1455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"/>
            <p:cNvSpPr/>
            <p:nvPr/>
          </p:nvSpPr>
          <p:spPr>
            <a:xfrm>
              <a:off x="6844969" y="2238426"/>
              <a:ext cx="295470" cy="188273"/>
            </a:xfrm>
            <a:custGeom>
              <a:rect b="b" l="l" r="r" t="t"/>
              <a:pathLst>
                <a:path extrusionOk="0" h="1124" w="1764">
                  <a:moveTo>
                    <a:pt x="229" y="121"/>
                  </a:moveTo>
                  <a:cubicBezTo>
                    <a:pt x="241" y="121"/>
                    <a:pt x="241" y="121"/>
                    <a:pt x="253" y="134"/>
                  </a:cubicBezTo>
                  <a:lnTo>
                    <a:pt x="735" y="642"/>
                  </a:lnTo>
                  <a:lnTo>
                    <a:pt x="470" y="971"/>
                  </a:lnTo>
                  <a:cubicBezTo>
                    <a:pt x="457" y="983"/>
                    <a:pt x="442" y="996"/>
                    <a:pt x="442" y="996"/>
                  </a:cubicBezTo>
                  <a:cubicBezTo>
                    <a:pt x="430" y="996"/>
                    <a:pt x="418" y="983"/>
                    <a:pt x="406" y="971"/>
                  </a:cubicBezTo>
                  <a:lnTo>
                    <a:pt x="77" y="590"/>
                  </a:lnTo>
                  <a:cubicBezTo>
                    <a:pt x="49" y="566"/>
                    <a:pt x="49" y="527"/>
                    <a:pt x="62" y="502"/>
                  </a:cubicBezTo>
                  <a:lnTo>
                    <a:pt x="189" y="173"/>
                  </a:lnTo>
                  <a:cubicBezTo>
                    <a:pt x="189" y="146"/>
                    <a:pt x="202" y="134"/>
                    <a:pt x="214" y="121"/>
                  </a:cubicBezTo>
                  <a:close/>
                  <a:moveTo>
                    <a:pt x="1484" y="58"/>
                  </a:moveTo>
                  <a:cubicBezTo>
                    <a:pt x="1496" y="58"/>
                    <a:pt x="1496" y="58"/>
                    <a:pt x="1496" y="70"/>
                  </a:cubicBezTo>
                  <a:lnTo>
                    <a:pt x="1700" y="463"/>
                  </a:lnTo>
                  <a:cubicBezTo>
                    <a:pt x="1712" y="490"/>
                    <a:pt x="1700" y="527"/>
                    <a:pt x="1688" y="566"/>
                  </a:cubicBezTo>
                  <a:lnTo>
                    <a:pt x="1280" y="1047"/>
                  </a:lnTo>
                  <a:cubicBezTo>
                    <a:pt x="1268" y="1059"/>
                    <a:pt x="1243" y="1072"/>
                    <a:pt x="1219" y="1072"/>
                  </a:cubicBezTo>
                  <a:cubicBezTo>
                    <a:pt x="1191" y="1072"/>
                    <a:pt x="1179" y="1059"/>
                    <a:pt x="1155" y="1047"/>
                  </a:cubicBezTo>
                  <a:lnTo>
                    <a:pt x="747" y="642"/>
                  </a:lnTo>
                  <a:lnTo>
                    <a:pt x="1459" y="58"/>
                  </a:lnTo>
                  <a:close/>
                  <a:moveTo>
                    <a:pt x="1475" y="1"/>
                  </a:moveTo>
                  <a:cubicBezTo>
                    <a:pt x="1458" y="1"/>
                    <a:pt x="1443" y="10"/>
                    <a:pt x="1432" y="21"/>
                  </a:cubicBezTo>
                  <a:lnTo>
                    <a:pt x="747" y="578"/>
                  </a:lnTo>
                  <a:lnTo>
                    <a:pt x="290" y="97"/>
                  </a:lnTo>
                  <a:cubicBezTo>
                    <a:pt x="266" y="70"/>
                    <a:pt x="229" y="70"/>
                    <a:pt x="202" y="70"/>
                  </a:cubicBezTo>
                  <a:cubicBezTo>
                    <a:pt x="165" y="82"/>
                    <a:pt x="138" y="121"/>
                    <a:pt x="138" y="158"/>
                  </a:cubicBezTo>
                  <a:lnTo>
                    <a:pt x="13" y="490"/>
                  </a:lnTo>
                  <a:cubicBezTo>
                    <a:pt x="1" y="527"/>
                    <a:pt x="1" y="590"/>
                    <a:pt x="37" y="630"/>
                  </a:cubicBezTo>
                  <a:lnTo>
                    <a:pt x="366" y="996"/>
                  </a:lnTo>
                  <a:cubicBezTo>
                    <a:pt x="381" y="1023"/>
                    <a:pt x="406" y="1047"/>
                    <a:pt x="430" y="1047"/>
                  </a:cubicBezTo>
                  <a:cubicBezTo>
                    <a:pt x="470" y="1047"/>
                    <a:pt x="494" y="1035"/>
                    <a:pt x="506" y="1011"/>
                  </a:cubicBezTo>
                  <a:lnTo>
                    <a:pt x="747" y="718"/>
                  </a:lnTo>
                  <a:lnTo>
                    <a:pt x="1127" y="1087"/>
                  </a:lnTo>
                  <a:cubicBezTo>
                    <a:pt x="1155" y="1111"/>
                    <a:pt x="1179" y="1123"/>
                    <a:pt x="1219" y="1123"/>
                  </a:cubicBezTo>
                  <a:lnTo>
                    <a:pt x="1231" y="1123"/>
                  </a:lnTo>
                  <a:cubicBezTo>
                    <a:pt x="1255" y="1111"/>
                    <a:pt x="1295" y="1099"/>
                    <a:pt x="1319" y="1072"/>
                  </a:cubicBezTo>
                  <a:lnTo>
                    <a:pt x="1724" y="590"/>
                  </a:lnTo>
                  <a:cubicBezTo>
                    <a:pt x="1752" y="554"/>
                    <a:pt x="1764" y="490"/>
                    <a:pt x="1737" y="438"/>
                  </a:cubicBezTo>
                  <a:lnTo>
                    <a:pt x="1548" y="45"/>
                  </a:lnTo>
                  <a:cubicBezTo>
                    <a:pt x="1536" y="21"/>
                    <a:pt x="1523" y="6"/>
                    <a:pt x="1496" y="6"/>
                  </a:cubicBezTo>
                  <a:cubicBezTo>
                    <a:pt x="1489" y="2"/>
                    <a:pt x="1482" y="1"/>
                    <a:pt x="1475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2"/>
            <p:cNvSpPr/>
            <p:nvPr/>
          </p:nvSpPr>
          <p:spPr>
            <a:xfrm>
              <a:off x="5191233" y="3153483"/>
              <a:ext cx="414395" cy="1449902"/>
            </a:xfrm>
            <a:custGeom>
              <a:rect b="b" l="l" r="r" t="t"/>
              <a:pathLst>
                <a:path extrusionOk="0" h="8656" w="2474">
                  <a:moveTo>
                    <a:pt x="1167" y="0"/>
                  </a:moveTo>
                  <a:lnTo>
                    <a:pt x="0" y="8616"/>
                  </a:lnTo>
                  <a:cubicBezTo>
                    <a:pt x="0" y="8643"/>
                    <a:pt x="12" y="8655"/>
                    <a:pt x="25" y="8655"/>
                  </a:cubicBezTo>
                  <a:cubicBezTo>
                    <a:pt x="37" y="8655"/>
                    <a:pt x="52" y="8643"/>
                    <a:pt x="52" y="8628"/>
                  </a:cubicBezTo>
                  <a:lnTo>
                    <a:pt x="1167" y="357"/>
                  </a:lnTo>
                  <a:lnTo>
                    <a:pt x="2424" y="8552"/>
                  </a:lnTo>
                  <a:cubicBezTo>
                    <a:pt x="2424" y="8563"/>
                    <a:pt x="2431" y="8572"/>
                    <a:pt x="2443" y="8572"/>
                  </a:cubicBezTo>
                  <a:cubicBezTo>
                    <a:pt x="2448" y="8572"/>
                    <a:pt x="2454" y="8571"/>
                    <a:pt x="2461" y="8567"/>
                  </a:cubicBezTo>
                  <a:cubicBezTo>
                    <a:pt x="2473" y="8567"/>
                    <a:pt x="2473" y="8552"/>
                    <a:pt x="2473" y="8540"/>
                  </a:cubicBezTo>
                  <a:lnTo>
                    <a:pt x="1167" y="0"/>
                  </a:ln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"/>
            <p:cNvSpPr/>
            <p:nvPr/>
          </p:nvSpPr>
          <p:spPr>
            <a:xfrm>
              <a:off x="7276116" y="3153483"/>
              <a:ext cx="414730" cy="1449902"/>
            </a:xfrm>
            <a:custGeom>
              <a:rect b="b" l="l" r="r" t="t"/>
              <a:pathLst>
                <a:path extrusionOk="0" h="8656" w="2476">
                  <a:moveTo>
                    <a:pt x="1169" y="0"/>
                  </a:moveTo>
                  <a:lnTo>
                    <a:pt x="0" y="8616"/>
                  </a:lnTo>
                  <a:cubicBezTo>
                    <a:pt x="0" y="8643"/>
                    <a:pt x="15" y="8655"/>
                    <a:pt x="27" y="8655"/>
                  </a:cubicBezTo>
                  <a:cubicBezTo>
                    <a:pt x="40" y="8655"/>
                    <a:pt x="52" y="8643"/>
                    <a:pt x="52" y="8628"/>
                  </a:cubicBezTo>
                  <a:lnTo>
                    <a:pt x="1169" y="357"/>
                  </a:lnTo>
                  <a:lnTo>
                    <a:pt x="2424" y="8552"/>
                  </a:lnTo>
                  <a:cubicBezTo>
                    <a:pt x="2424" y="8563"/>
                    <a:pt x="2430" y="8572"/>
                    <a:pt x="2440" y="8572"/>
                  </a:cubicBezTo>
                  <a:cubicBezTo>
                    <a:pt x="2443" y="8572"/>
                    <a:pt x="2447" y="8571"/>
                    <a:pt x="2452" y="8567"/>
                  </a:cubicBezTo>
                  <a:cubicBezTo>
                    <a:pt x="2464" y="8567"/>
                    <a:pt x="2476" y="8552"/>
                    <a:pt x="2476" y="8540"/>
                  </a:cubicBezTo>
                  <a:lnTo>
                    <a:pt x="1169" y="0"/>
                  </a:ln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"/>
            <p:cNvSpPr/>
            <p:nvPr/>
          </p:nvSpPr>
          <p:spPr>
            <a:xfrm>
              <a:off x="5136125" y="3002397"/>
              <a:ext cx="2580338" cy="178725"/>
            </a:xfrm>
            <a:custGeom>
              <a:rect b="b" l="l" r="r" t="t"/>
              <a:pathLst>
                <a:path extrusionOk="0" h="1067" w="15405">
                  <a:moveTo>
                    <a:pt x="113" y="1"/>
                  </a:moveTo>
                  <a:cubicBezTo>
                    <a:pt x="49" y="1"/>
                    <a:pt x="0" y="40"/>
                    <a:pt x="0" y="104"/>
                  </a:cubicBezTo>
                  <a:lnTo>
                    <a:pt x="0" y="954"/>
                  </a:lnTo>
                  <a:cubicBezTo>
                    <a:pt x="0" y="1018"/>
                    <a:pt x="49" y="1067"/>
                    <a:pt x="113" y="1067"/>
                  </a:cubicBezTo>
                  <a:lnTo>
                    <a:pt x="15289" y="1067"/>
                  </a:lnTo>
                  <a:cubicBezTo>
                    <a:pt x="15352" y="1067"/>
                    <a:pt x="15404" y="1018"/>
                    <a:pt x="15404" y="954"/>
                  </a:cubicBezTo>
                  <a:lnTo>
                    <a:pt x="15404" y="104"/>
                  </a:lnTo>
                  <a:cubicBezTo>
                    <a:pt x="15404" y="40"/>
                    <a:pt x="15352" y="1"/>
                    <a:pt x="15289" y="1"/>
                  </a:cubicBezTo>
                  <a:close/>
                </a:path>
              </a:pathLst>
            </a:custGeom>
            <a:solidFill>
              <a:srgbClr val="F9B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"/>
            <p:cNvSpPr/>
            <p:nvPr/>
          </p:nvSpPr>
          <p:spPr>
            <a:xfrm>
              <a:off x="5136125" y="3106583"/>
              <a:ext cx="2580338" cy="74539"/>
            </a:xfrm>
            <a:custGeom>
              <a:rect b="b" l="l" r="r" t="t"/>
              <a:pathLst>
                <a:path extrusionOk="0" h="445" w="15405">
                  <a:moveTo>
                    <a:pt x="189" y="0"/>
                  </a:moveTo>
                  <a:cubicBezTo>
                    <a:pt x="89" y="0"/>
                    <a:pt x="0" y="64"/>
                    <a:pt x="0" y="152"/>
                  </a:cubicBezTo>
                  <a:lnTo>
                    <a:pt x="0" y="292"/>
                  </a:lnTo>
                  <a:cubicBezTo>
                    <a:pt x="0" y="369"/>
                    <a:pt x="89" y="445"/>
                    <a:pt x="189" y="445"/>
                  </a:cubicBezTo>
                  <a:lnTo>
                    <a:pt x="15228" y="445"/>
                  </a:lnTo>
                  <a:cubicBezTo>
                    <a:pt x="15316" y="445"/>
                    <a:pt x="15404" y="369"/>
                    <a:pt x="15404" y="292"/>
                  </a:cubicBezTo>
                  <a:lnTo>
                    <a:pt x="15404" y="152"/>
                  </a:lnTo>
                  <a:cubicBezTo>
                    <a:pt x="15404" y="64"/>
                    <a:pt x="15316" y="0"/>
                    <a:pt x="15228" y="0"/>
                  </a:cubicBezTo>
                  <a:close/>
                </a:path>
              </a:pathLst>
            </a:custGeom>
            <a:solidFill>
              <a:srgbClr val="EE9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2"/>
            <p:cNvSpPr/>
            <p:nvPr/>
          </p:nvSpPr>
          <p:spPr>
            <a:xfrm>
              <a:off x="5501277" y="2858012"/>
              <a:ext cx="76715" cy="89446"/>
            </a:xfrm>
            <a:custGeom>
              <a:rect b="b" l="l" r="r" t="t"/>
              <a:pathLst>
                <a:path extrusionOk="0" h="534" w="458">
                  <a:moveTo>
                    <a:pt x="28" y="1"/>
                  </a:moveTo>
                  <a:cubicBezTo>
                    <a:pt x="13" y="1"/>
                    <a:pt x="1" y="13"/>
                    <a:pt x="1" y="25"/>
                  </a:cubicBezTo>
                  <a:cubicBezTo>
                    <a:pt x="1" y="37"/>
                    <a:pt x="13" y="53"/>
                    <a:pt x="28" y="53"/>
                  </a:cubicBezTo>
                  <a:lnTo>
                    <a:pt x="345" y="53"/>
                  </a:lnTo>
                  <a:cubicBezTo>
                    <a:pt x="382" y="53"/>
                    <a:pt x="409" y="89"/>
                    <a:pt x="409" y="129"/>
                  </a:cubicBezTo>
                  <a:lnTo>
                    <a:pt x="409" y="266"/>
                  </a:lnTo>
                  <a:cubicBezTo>
                    <a:pt x="409" y="382"/>
                    <a:pt x="305" y="482"/>
                    <a:pt x="193" y="482"/>
                  </a:cubicBezTo>
                  <a:lnTo>
                    <a:pt x="28" y="482"/>
                  </a:lnTo>
                  <a:cubicBezTo>
                    <a:pt x="13" y="482"/>
                    <a:pt x="1" y="494"/>
                    <a:pt x="1" y="509"/>
                  </a:cubicBezTo>
                  <a:cubicBezTo>
                    <a:pt x="1" y="522"/>
                    <a:pt x="13" y="534"/>
                    <a:pt x="28" y="534"/>
                  </a:cubicBezTo>
                  <a:lnTo>
                    <a:pt x="193" y="534"/>
                  </a:lnTo>
                  <a:cubicBezTo>
                    <a:pt x="345" y="534"/>
                    <a:pt x="458" y="406"/>
                    <a:pt x="458" y="266"/>
                  </a:cubicBezTo>
                  <a:lnTo>
                    <a:pt x="458" y="129"/>
                  </a:lnTo>
                  <a:cubicBezTo>
                    <a:pt x="458" y="65"/>
                    <a:pt x="409" y="1"/>
                    <a:pt x="345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2"/>
            <p:cNvSpPr/>
            <p:nvPr/>
          </p:nvSpPr>
          <p:spPr>
            <a:xfrm>
              <a:off x="5363089" y="2805081"/>
              <a:ext cx="163982" cy="197485"/>
            </a:xfrm>
            <a:custGeom>
              <a:rect b="b" l="l" r="r" t="t"/>
              <a:pathLst>
                <a:path extrusionOk="0" h="1179" w="979">
                  <a:moveTo>
                    <a:pt x="77" y="0"/>
                  </a:moveTo>
                  <a:cubicBezTo>
                    <a:pt x="40" y="0"/>
                    <a:pt x="1" y="37"/>
                    <a:pt x="1" y="76"/>
                  </a:cubicBezTo>
                  <a:lnTo>
                    <a:pt x="1" y="1179"/>
                  </a:lnTo>
                  <a:lnTo>
                    <a:pt x="978" y="1179"/>
                  </a:lnTo>
                  <a:lnTo>
                    <a:pt x="978" y="64"/>
                  </a:lnTo>
                  <a:cubicBezTo>
                    <a:pt x="978" y="25"/>
                    <a:pt x="942" y="0"/>
                    <a:pt x="902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2"/>
            <p:cNvSpPr/>
            <p:nvPr/>
          </p:nvSpPr>
          <p:spPr>
            <a:xfrm>
              <a:off x="5790551" y="2566727"/>
              <a:ext cx="907683" cy="431821"/>
            </a:xfrm>
            <a:custGeom>
              <a:rect b="b" l="l" r="r" t="t"/>
              <a:pathLst>
                <a:path extrusionOk="0" h="2578" w="5419">
                  <a:moveTo>
                    <a:pt x="241" y="1"/>
                  </a:moveTo>
                  <a:cubicBezTo>
                    <a:pt x="101" y="1"/>
                    <a:pt x="1" y="129"/>
                    <a:pt x="37" y="269"/>
                  </a:cubicBezTo>
                  <a:lnTo>
                    <a:pt x="738" y="2577"/>
                  </a:lnTo>
                  <a:lnTo>
                    <a:pt x="5266" y="2577"/>
                  </a:lnTo>
                  <a:lnTo>
                    <a:pt x="5406" y="2373"/>
                  </a:lnTo>
                  <a:cubicBezTo>
                    <a:pt x="5418" y="2349"/>
                    <a:pt x="5394" y="2309"/>
                    <a:pt x="5367" y="2309"/>
                  </a:cubicBezTo>
                  <a:lnTo>
                    <a:pt x="3631" y="2309"/>
                  </a:lnTo>
                  <a:lnTo>
                    <a:pt x="3034" y="153"/>
                  </a:lnTo>
                  <a:cubicBezTo>
                    <a:pt x="3006" y="65"/>
                    <a:pt x="2918" y="1"/>
                    <a:pt x="2830" y="1"/>
                  </a:cubicBezTo>
                  <a:close/>
                </a:path>
              </a:pathLst>
            </a:custGeom>
            <a:solidFill>
              <a:srgbClr val="2E2E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"/>
            <p:cNvSpPr/>
            <p:nvPr/>
          </p:nvSpPr>
          <p:spPr>
            <a:xfrm>
              <a:off x="5752361" y="2566727"/>
              <a:ext cx="620922" cy="433831"/>
            </a:xfrm>
            <a:custGeom>
              <a:rect b="b" l="l" r="r" t="t"/>
              <a:pathLst>
                <a:path extrusionOk="0" h="2590" w="3707">
                  <a:moveTo>
                    <a:pt x="241" y="1"/>
                  </a:moveTo>
                  <a:cubicBezTo>
                    <a:pt x="101" y="1"/>
                    <a:pt x="0" y="141"/>
                    <a:pt x="37" y="269"/>
                  </a:cubicBezTo>
                  <a:lnTo>
                    <a:pt x="749" y="2590"/>
                  </a:lnTo>
                  <a:lnTo>
                    <a:pt x="3707" y="2590"/>
                  </a:lnTo>
                  <a:lnTo>
                    <a:pt x="3033" y="153"/>
                  </a:lnTo>
                  <a:cubicBezTo>
                    <a:pt x="3006" y="65"/>
                    <a:pt x="2930" y="1"/>
                    <a:pt x="2842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"/>
            <p:cNvSpPr/>
            <p:nvPr/>
          </p:nvSpPr>
          <p:spPr>
            <a:xfrm>
              <a:off x="5981837" y="2743273"/>
              <a:ext cx="110885" cy="110887"/>
            </a:xfrm>
            <a:custGeom>
              <a:rect b="b" l="l" r="r" t="t"/>
              <a:pathLst>
                <a:path extrusionOk="0" h="662" w="662">
                  <a:moveTo>
                    <a:pt x="330" y="52"/>
                  </a:moveTo>
                  <a:cubicBezTo>
                    <a:pt x="482" y="52"/>
                    <a:pt x="610" y="177"/>
                    <a:pt x="610" y="330"/>
                  </a:cubicBezTo>
                  <a:cubicBezTo>
                    <a:pt x="610" y="482"/>
                    <a:pt x="482" y="610"/>
                    <a:pt x="330" y="610"/>
                  </a:cubicBezTo>
                  <a:cubicBezTo>
                    <a:pt x="177" y="610"/>
                    <a:pt x="52" y="482"/>
                    <a:pt x="52" y="330"/>
                  </a:cubicBezTo>
                  <a:cubicBezTo>
                    <a:pt x="52" y="177"/>
                    <a:pt x="177" y="52"/>
                    <a:pt x="330" y="52"/>
                  </a:cubicBezTo>
                  <a:close/>
                  <a:moveTo>
                    <a:pt x="330" y="1"/>
                  </a:moveTo>
                  <a:cubicBezTo>
                    <a:pt x="141" y="1"/>
                    <a:pt x="1" y="153"/>
                    <a:pt x="1" y="330"/>
                  </a:cubicBezTo>
                  <a:cubicBezTo>
                    <a:pt x="1" y="521"/>
                    <a:pt x="141" y="662"/>
                    <a:pt x="330" y="662"/>
                  </a:cubicBezTo>
                  <a:cubicBezTo>
                    <a:pt x="509" y="662"/>
                    <a:pt x="662" y="521"/>
                    <a:pt x="662" y="330"/>
                  </a:cubicBezTo>
                  <a:cubicBezTo>
                    <a:pt x="662" y="153"/>
                    <a:pt x="509" y="1"/>
                    <a:pt x="330" y="1"/>
                  </a:cubicBezTo>
                  <a:close/>
                </a:path>
              </a:pathLst>
            </a:custGeom>
            <a:solidFill>
              <a:srgbClr val="F6EEE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"/>
            <p:cNvSpPr/>
            <p:nvPr/>
          </p:nvSpPr>
          <p:spPr>
            <a:xfrm>
              <a:off x="7071933" y="2486160"/>
              <a:ext cx="100165" cy="214906"/>
            </a:xfrm>
            <a:custGeom>
              <a:rect b="b" l="l" r="r" t="t"/>
              <a:pathLst>
                <a:path extrusionOk="0" h="1283" w="598">
                  <a:moveTo>
                    <a:pt x="28" y="1"/>
                  </a:moveTo>
                  <a:cubicBezTo>
                    <a:pt x="16" y="1"/>
                    <a:pt x="1" y="13"/>
                    <a:pt x="1" y="25"/>
                  </a:cubicBezTo>
                  <a:lnTo>
                    <a:pt x="92" y="686"/>
                  </a:lnTo>
                  <a:cubicBezTo>
                    <a:pt x="103" y="767"/>
                    <a:pt x="168" y="828"/>
                    <a:pt x="247" y="828"/>
                  </a:cubicBezTo>
                  <a:cubicBezTo>
                    <a:pt x="254" y="828"/>
                    <a:pt x="262" y="827"/>
                    <a:pt x="269" y="826"/>
                  </a:cubicBezTo>
                  <a:lnTo>
                    <a:pt x="409" y="811"/>
                  </a:lnTo>
                  <a:lnTo>
                    <a:pt x="549" y="1255"/>
                  </a:lnTo>
                  <a:cubicBezTo>
                    <a:pt x="549" y="1268"/>
                    <a:pt x="561" y="1283"/>
                    <a:pt x="573" y="1283"/>
                  </a:cubicBezTo>
                  <a:lnTo>
                    <a:pt x="586" y="1283"/>
                  </a:lnTo>
                  <a:cubicBezTo>
                    <a:pt x="598" y="1268"/>
                    <a:pt x="598" y="1255"/>
                    <a:pt x="598" y="1243"/>
                  </a:cubicBezTo>
                  <a:lnTo>
                    <a:pt x="433" y="762"/>
                  </a:lnTo>
                  <a:lnTo>
                    <a:pt x="257" y="774"/>
                  </a:lnTo>
                  <a:cubicBezTo>
                    <a:pt x="251" y="776"/>
                    <a:pt x="246" y="776"/>
                    <a:pt x="241" y="776"/>
                  </a:cubicBezTo>
                  <a:cubicBezTo>
                    <a:pt x="195" y="776"/>
                    <a:pt x="152" y="730"/>
                    <a:pt x="141" y="686"/>
                  </a:cubicBezTo>
                  <a:lnTo>
                    <a:pt x="53" y="25"/>
                  </a:lnTo>
                  <a:cubicBezTo>
                    <a:pt x="53" y="1"/>
                    <a:pt x="40" y="1"/>
                    <a:pt x="2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"/>
          <p:cNvSpPr/>
          <p:nvPr/>
        </p:nvSpPr>
        <p:spPr>
          <a:xfrm>
            <a:off x="822098" y="676375"/>
            <a:ext cx="2382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"/>
          <p:cNvCxnSpPr/>
          <p:nvPr/>
        </p:nvCxnSpPr>
        <p:spPr>
          <a:xfrm>
            <a:off x="904875" y="1368773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C1BEB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50" name="Google Shape;750;p3"/>
          <p:cNvSpPr txBox="1"/>
          <p:nvPr/>
        </p:nvSpPr>
        <p:spPr>
          <a:xfrm>
            <a:off x="822099" y="1654839"/>
            <a:ext cx="3666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complexity of Braille codes in STEM subjects can be challenging and intimidating for blind individuals.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"/>
          <p:cNvSpPr/>
          <p:nvPr/>
        </p:nvSpPr>
        <p:spPr>
          <a:xfrm>
            <a:off x="5117825" y="975500"/>
            <a:ext cx="3465600" cy="4167900"/>
          </a:xfrm>
          <a:prstGeom prst="rect">
            <a:avLst/>
          </a:prstGeom>
          <a:solidFill>
            <a:srgbClr val="FFD453">
              <a:alpha val="5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"/>
          <p:cNvSpPr txBox="1"/>
          <p:nvPr/>
        </p:nvSpPr>
        <p:spPr>
          <a:xfrm>
            <a:off x="5942800" y="1389550"/>
            <a:ext cx="1593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Lack of Support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"/>
          <p:cNvSpPr txBox="1"/>
          <p:nvPr/>
        </p:nvSpPr>
        <p:spPr>
          <a:xfrm>
            <a:off x="5942800" y="1814126"/>
            <a:ext cx="22290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Char char="●"/>
            </a:pPr>
            <a:r>
              <a:rPr b="0" i="1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Diminishing market of blind tutors.</a:t>
            </a:r>
            <a:endParaRPr b="0" i="1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1" sz="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Char char="●"/>
            </a:pPr>
            <a:r>
              <a:rPr b="0" i="1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Family support is not enough for education.</a:t>
            </a:r>
            <a:endParaRPr b="0" i="1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1" sz="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Char char="●"/>
            </a:pPr>
            <a:r>
              <a:rPr b="0" i="1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Lack of necessary tools and supportive learning modules.</a:t>
            </a:r>
            <a:endParaRPr b="0" i="1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"/>
          <p:cNvSpPr txBox="1"/>
          <p:nvPr/>
        </p:nvSpPr>
        <p:spPr>
          <a:xfrm>
            <a:off x="5942809" y="2764042"/>
            <a:ext cx="2414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 Barriers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"/>
          <p:cNvSpPr txBox="1"/>
          <p:nvPr/>
        </p:nvSpPr>
        <p:spPr>
          <a:xfrm>
            <a:off x="5942795" y="3170360"/>
            <a:ext cx="22290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i="0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Inaccessibility of STEM curriculum in blind schools.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Char char="●"/>
            </a:pPr>
            <a:r>
              <a:rPr b="0" i="0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Lack of opportunities.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Char char="●"/>
            </a:pPr>
            <a:r>
              <a:rPr b="0" i="0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Financial Barriers.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"/>
          <p:cNvSpPr txBox="1"/>
          <p:nvPr/>
        </p:nvSpPr>
        <p:spPr>
          <a:xfrm>
            <a:off x="5942810" y="3975950"/>
            <a:ext cx="252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Expensive Blind Education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"/>
          <p:cNvSpPr txBox="1"/>
          <p:nvPr/>
        </p:nvSpPr>
        <p:spPr>
          <a:xfrm>
            <a:off x="5942795" y="4306064"/>
            <a:ext cx="2229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984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i="0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Expensive braille books.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Calibri"/>
              <a:buChar char="●"/>
            </a:pPr>
            <a:r>
              <a:rPr b="0" i="0" lang="en-GB" sz="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Expensive tools for blind education.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8" name="Google Shape;758;p3"/>
          <p:cNvPicPr preferRelativeResize="0"/>
          <p:nvPr/>
        </p:nvPicPr>
        <p:blipFill rotWithShape="1">
          <a:blip r:embed="rId3">
            <a:alphaModFix/>
          </a:blip>
          <a:srcRect b="0" l="12232" r="0" t="0"/>
          <a:stretch/>
        </p:blipFill>
        <p:spPr>
          <a:xfrm>
            <a:off x="817850" y="3393925"/>
            <a:ext cx="1149050" cy="110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4288" y="3393925"/>
            <a:ext cx="1101575" cy="110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3275" y="3393928"/>
            <a:ext cx="1101574" cy="1101542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"/>
          <p:cNvSpPr txBox="1"/>
          <p:nvPr/>
        </p:nvSpPr>
        <p:spPr>
          <a:xfrm>
            <a:off x="822088" y="2706200"/>
            <a:ext cx="3666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current tools used for blind individuals to learn STEM subjects include: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2" name="Google Shape;76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32251" y="2799150"/>
            <a:ext cx="305724" cy="2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32250" y="3964550"/>
            <a:ext cx="305726" cy="33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5238" y="1389550"/>
            <a:ext cx="399762" cy="3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"/>
          <p:cNvSpPr/>
          <p:nvPr/>
        </p:nvSpPr>
        <p:spPr>
          <a:xfrm>
            <a:off x="5227883" y="295275"/>
            <a:ext cx="1883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p4"/>
          <p:cNvCxnSpPr/>
          <p:nvPr/>
        </p:nvCxnSpPr>
        <p:spPr>
          <a:xfrm>
            <a:off x="5324475" y="1063973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C1BEB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1" name="Google Shape;771;p4"/>
          <p:cNvSpPr txBox="1"/>
          <p:nvPr/>
        </p:nvSpPr>
        <p:spPr>
          <a:xfrm>
            <a:off x="5737799" y="2147075"/>
            <a:ext cx="2574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24x7 Support from Blind Tutors.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"/>
          <p:cNvSpPr txBox="1"/>
          <p:nvPr/>
        </p:nvSpPr>
        <p:spPr>
          <a:xfrm>
            <a:off x="5737799" y="2783025"/>
            <a:ext cx="2647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Worldwide STEM resources accessible within a few clicks.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"/>
          <p:cNvSpPr txBox="1"/>
          <p:nvPr/>
        </p:nvSpPr>
        <p:spPr>
          <a:xfrm>
            <a:off x="5737799" y="3418975"/>
            <a:ext cx="240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Affordable STEM Education.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earch" id="774" name="Google Shape;7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9925" y="1436800"/>
            <a:ext cx="295453" cy="2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"/>
          <p:cNvSpPr txBox="1"/>
          <p:nvPr/>
        </p:nvSpPr>
        <p:spPr>
          <a:xfrm>
            <a:off x="5737805" y="1348925"/>
            <a:ext cx="2290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Enabling blind users to learn Science and Maths through embedded software.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"/>
          <p:cNvSpPr txBox="1"/>
          <p:nvPr/>
        </p:nvSpPr>
        <p:spPr>
          <a:xfrm>
            <a:off x="5737800" y="4160325"/>
            <a:ext cx="2574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Empowering independence with advanced voice-operated software.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"/>
          <p:cNvSpPr/>
          <p:nvPr/>
        </p:nvSpPr>
        <p:spPr>
          <a:xfrm>
            <a:off x="0" y="0"/>
            <a:ext cx="4488000" cy="5143500"/>
          </a:xfrm>
          <a:prstGeom prst="rect">
            <a:avLst/>
          </a:prstGeom>
          <a:solidFill>
            <a:srgbClr val="FFD453">
              <a:alpha val="5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8" name="Google Shape;778;p4"/>
          <p:cNvPicPr preferRelativeResize="0"/>
          <p:nvPr/>
        </p:nvPicPr>
        <p:blipFill rotWithShape="1">
          <a:blip r:embed="rId4">
            <a:alphaModFix/>
          </a:blip>
          <a:srcRect b="0" l="24028" r="17946" t="0"/>
          <a:stretch/>
        </p:blipFill>
        <p:spPr>
          <a:xfrm>
            <a:off x="525200" y="535550"/>
            <a:ext cx="3347824" cy="43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7899" y="2881639"/>
            <a:ext cx="374276" cy="29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"/>
          <p:cNvPicPr preferRelativeResize="0"/>
          <p:nvPr/>
        </p:nvPicPr>
        <p:blipFill rotWithShape="1">
          <a:blip r:embed="rId6">
            <a:alphaModFix/>
          </a:blip>
          <a:srcRect b="9626" l="21906" r="21298" t="8297"/>
          <a:stretch/>
        </p:blipFill>
        <p:spPr>
          <a:xfrm>
            <a:off x="5295390" y="3571950"/>
            <a:ext cx="188384" cy="27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95400" y="4200665"/>
            <a:ext cx="188375" cy="254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87975" y="2317625"/>
            <a:ext cx="254125" cy="2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B757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"/>
          <p:cNvSpPr/>
          <p:nvPr/>
        </p:nvSpPr>
        <p:spPr>
          <a:xfrm>
            <a:off x="1250225" y="219550"/>
            <a:ext cx="3947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Validation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"/>
          <p:cNvSpPr/>
          <p:nvPr/>
        </p:nvSpPr>
        <p:spPr>
          <a:xfrm>
            <a:off x="314048" y="252563"/>
            <a:ext cx="722700" cy="7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GB" sz="4500" u="none" cap="none" strike="noStrike">
                <a:solidFill>
                  <a:srgbClr val="C1BEB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9" name="Google Shape;789;p5"/>
          <p:cNvGrpSpPr/>
          <p:nvPr/>
        </p:nvGrpSpPr>
        <p:grpSpPr>
          <a:xfrm rot="-188826">
            <a:off x="-372735" y="-305864"/>
            <a:ext cx="9889382" cy="5385626"/>
            <a:chOff x="-357212" y="-255088"/>
            <a:chExt cx="9889301" cy="5385582"/>
          </a:xfrm>
        </p:grpSpPr>
        <p:pic>
          <p:nvPicPr>
            <p:cNvPr id="790" name="Google Shape;79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57212" y="630138"/>
              <a:ext cx="5478626" cy="4108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1" name="Google Shape;79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762404">
              <a:off x="4425350" y="3124338"/>
              <a:ext cx="4495801" cy="1475725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92" name="Google Shape;79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08711" y="-255088"/>
              <a:ext cx="5723378" cy="42925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3" name="Google Shape;793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625442">
              <a:off x="1594775" y="4017975"/>
              <a:ext cx="3947398" cy="7617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794" name="Google Shape;794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-332069">
              <a:off x="101484" y="2754761"/>
              <a:ext cx="4638258" cy="894857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cxnSp>
        <p:nvCxnSpPr>
          <p:cNvPr id="795" name="Google Shape;795;p5"/>
          <p:cNvCxnSpPr/>
          <p:nvPr/>
        </p:nvCxnSpPr>
        <p:spPr>
          <a:xfrm>
            <a:off x="1338625" y="842948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ECE7E3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B757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6"/>
          <p:cNvSpPr/>
          <p:nvPr/>
        </p:nvSpPr>
        <p:spPr>
          <a:xfrm>
            <a:off x="1250225" y="295750"/>
            <a:ext cx="3947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GB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Validation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"/>
          <p:cNvSpPr/>
          <p:nvPr/>
        </p:nvSpPr>
        <p:spPr>
          <a:xfrm>
            <a:off x="314048" y="328763"/>
            <a:ext cx="722700" cy="7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GB" sz="4500" u="none" cap="none" strike="noStrike">
                <a:solidFill>
                  <a:srgbClr val="C1BEB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2" name="Google Shape;802;p6"/>
          <p:cNvCxnSpPr/>
          <p:nvPr/>
        </p:nvCxnSpPr>
        <p:spPr>
          <a:xfrm>
            <a:off x="1338625" y="919148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ECE7E3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03" name="Google Shape;803;p6" title="validation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8625" y="1090479"/>
            <a:ext cx="6559502" cy="368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"/>
          <p:cNvSpPr/>
          <p:nvPr/>
        </p:nvSpPr>
        <p:spPr>
          <a:xfrm>
            <a:off x="960676" y="676275"/>
            <a:ext cx="2965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Size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9" name="Google Shape;809;p7"/>
          <p:cNvCxnSpPr/>
          <p:nvPr/>
        </p:nvCxnSpPr>
        <p:spPr>
          <a:xfrm>
            <a:off x="1057275" y="1368772"/>
            <a:ext cx="1057275" cy="0"/>
          </a:xfrm>
          <a:prstGeom prst="straightConnector1">
            <a:avLst/>
          </a:prstGeom>
          <a:noFill/>
          <a:ln cap="flat" cmpd="sng" w="38100">
            <a:solidFill>
              <a:srgbClr val="C1BEB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0" name="Google Shape;810;p7"/>
          <p:cNvSpPr/>
          <p:nvPr/>
        </p:nvSpPr>
        <p:spPr>
          <a:xfrm>
            <a:off x="-7325" y="1553125"/>
            <a:ext cx="9151200" cy="3590400"/>
          </a:xfrm>
          <a:prstGeom prst="rect">
            <a:avLst/>
          </a:prstGeom>
          <a:solidFill>
            <a:srgbClr val="3230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"/>
          <p:cNvSpPr/>
          <p:nvPr/>
        </p:nvSpPr>
        <p:spPr>
          <a:xfrm>
            <a:off x="836150" y="2222425"/>
            <a:ext cx="2438700" cy="2438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7"/>
          <p:cNvSpPr/>
          <p:nvPr/>
        </p:nvSpPr>
        <p:spPr>
          <a:xfrm>
            <a:off x="6666400" y="2964100"/>
            <a:ext cx="1559400" cy="1559400"/>
          </a:xfrm>
          <a:prstGeom prst="ellipse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"/>
          <p:cNvSpPr/>
          <p:nvPr/>
        </p:nvSpPr>
        <p:spPr>
          <a:xfrm>
            <a:off x="3925875" y="2498300"/>
            <a:ext cx="2089500" cy="2089500"/>
          </a:xfrm>
          <a:prstGeom prst="ellipse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7"/>
          <p:cNvSpPr txBox="1"/>
          <p:nvPr/>
        </p:nvSpPr>
        <p:spPr>
          <a:xfrm>
            <a:off x="1147850" y="2922025"/>
            <a:ext cx="18153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GB" sz="240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$4.4+ Billion</a:t>
            </a:r>
            <a:endParaRPr b="1" i="0" sz="2400" u="none" cap="none" strike="noStrike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Fully diluted market as of 2020-2027 estimation</a:t>
            </a:r>
            <a:endParaRPr b="0" i="1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7"/>
          <p:cNvSpPr txBox="1"/>
          <p:nvPr/>
        </p:nvSpPr>
        <p:spPr>
          <a:xfrm>
            <a:off x="4062975" y="3080075"/>
            <a:ext cx="18153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$899+ Million</a:t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rgbClr val="D8CEC6"/>
                </a:solidFill>
                <a:latin typeface="Calibri"/>
                <a:ea typeface="Calibri"/>
                <a:cs typeface="Calibri"/>
                <a:sym typeface="Calibri"/>
              </a:rPr>
              <a:t>Visually impaired market</a:t>
            </a:r>
            <a:endParaRPr b="0" i="1" sz="1200" u="none" cap="none" strike="noStrike">
              <a:solidFill>
                <a:srgbClr val="D8CE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GB" sz="1200" u="none" cap="none" strike="noStrike">
                <a:solidFill>
                  <a:srgbClr val="D8CEC6"/>
                </a:solidFill>
                <a:latin typeface="Calibri"/>
                <a:ea typeface="Calibri"/>
                <a:cs typeface="Calibri"/>
                <a:sym typeface="Calibri"/>
              </a:rPr>
              <a:t>Size, including individuals and organisations</a:t>
            </a:r>
            <a:endParaRPr b="0" i="1" sz="1200" u="none" cap="none" strike="noStrike">
              <a:solidFill>
                <a:srgbClr val="D8CE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7"/>
          <p:cNvSpPr txBox="1"/>
          <p:nvPr/>
        </p:nvSpPr>
        <p:spPr>
          <a:xfrm>
            <a:off x="6538450" y="3409175"/>
            <a:ext cx="1815300" cy="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$14+ Million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GB" sz="1100" u="none" cap="none" strike="noStrike">
                <a:solidFill>
                  <a:srgbClr val="D8CEC6"/>
                </a:solidFill>
                <a:latin typeface="Calibri"/>
                <a:ea typeface="Calibri"/>
                <a:cs typeface="Calibri"/>
                <a:sym typeface="Calibri"/>
              </a:rPr>
              <a:t>Our initial market size</a:t>
            </a:r>
            <a:endParaRPr b="0" i="1" sz="1100" u="none" cap="none" strike="noStrike">
              <a:solidFill>
                <a:srgbClr val="D8CE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"/>
          <p:cNvSpPr/>
          <p:nvPr/>
        </p:nvSpPr>
        <p:spPr>
          <a:xfrm>
            <a:off x="951524" y="2101925"/>
            <a:ext cx="2112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1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2" name="Google Shape;822;p8"/>
          <p:cNvCxnSpPr/>
          <p:nvPr/>
        </p:nvCxnSpPr>
        <p:spPr>
          <a:xfrm>
            <a:off x="1048125" y="2794423"/>
            <a:ext cx="41340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3" name="Google Shape;823;p8"/>
          <p:cNvSpPr/>
          <p:nvPr/>
        </p:nvSpPr>
        <p:spPr>
          <a:xfrm>
            <a:off x="5177307" y="965918"/>
            <a:ext cx="3966693" cy="4177582"/>
          </a:xfrm>
          <a:prstGeom prst="rect">
            <a:avLst/>
          </a:prstGeom>
          <a:solidFill>
            <a:srgbClr val="FFC000">
              <a:alpha val="89411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8"/>
          <p:cNvSpPr txBox="1"/>
          <p:nvPr/>
        </p:nvSpPr>
        <p:spPr>
          <a:xfrm>
            <a:off x="5851466" y="3974925"/>
            <a:ext cx="26127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Device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8"/>
          <p:cNvSpPr txBox="1"/>
          <p:nvPr/>
        </p:nvSpPr>
        <p:spPr>
          <a:xfrm>
            <a:off x="5851483" y="4228847"/>
            <a:ext cx="3130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application can be connected to hardware via bluetooth to practice geometry.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8"/>
          <p:cNvSpPr/>
          <p:nvPr/>
        </p:nvSpPr>
        <p:spPr>
          <a:xfrm>
            <a:off x="5800760" y="3259171"/>
            <a:ext cx="665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rgbClr val="7D94A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"/>
          <p:cNvSpPr txBox="1"/>
          <p:nvPr/>
        </p:nvSpPr>
        <p:spPr>
          <a:xfrm>
            <a:off x="5851465" y="2182675"/>
            <a:ext cx="2832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GB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TalkBack Controlled Android Application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"/>
          <p:cNvSpPr txBox="1"/>
          <p:nvPr/>
        </p:nvSpPr>
        <p:spPr>
          <a:xfrm>
            <a:off x="5851483" y="2665186"/>
            <a:ext cx="3130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entire application can be operated using Talkback (voice read-aloud) feature, eliminating the need for assistance.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"/>
          <p:cNvSpPr/>
          <p:nvPr/>
        </p:nvSpPr>
        <p:spPr>
          <a:xfrm>
            <a:off x="5800760" y="1466910"/>
            <a:ext cx="665086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rgbClr val="7D94A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8"/>
          <p:cNvSpPr/>
          <p:nvPr/>
        </p:nvSpPr>
        <p:spPr>
          <a:xfrm>
            <a:off x="951523" y="1232263"/>
            <a:ext cx="722700" cy="7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GB" sz="45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"/>
          <p:cNvSpPr txBox="1"/>
          <p:nvPr/>
        </p:nvSpPr>
        <p:spPr>
          <a:xfrm>
            <a:off x="0" y="4459525"/>
            <a:ext cx="9144000" cy="6933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F3B757"/>
                </a:solidFill>
                <a:latin typeface="Calibri"/>
                <a:ea typeface="Calibri"/>
                <a:cs typeface="Calibri"/>
                <a:sym typeface="Calibri"/>
              </a:rPr>
              <a:t>Explore and Learn various Maths and Science Concepts</a:t>
            </a:r>
            <a:endParaRPr b="1" i="0" sz="1600" u="none" cap="none" strike="noStrike">
              <a:solidFill>
                <a:srgbClr val="F3B7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6" name="Google Shape;8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13" y="152375"/>
            <a:ext cx="6019774" cy="45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0"/>
          <p:cNvSpPr txBox="1"/>
          <p:nvPr/>
        </p:nvSpPr>
        <p:spPr>
          <a:xfrm>
            <a:off x="0" y="4340350"/>
            <a:ext cx="9144000" cy="8031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F3B757"/>
                </a:solidFill>
                <a:latin typeface="Calibri"/>
                <a:ea typeface="Calibri"/>
                <a:cs typeface="Calibri"/>
                <a:sym typeface="Calibri"/>
              </a:rPr>
              <a:t>Get a single mobile app with a voice read-aloud feature, offering a diverse range of STEM study materials.</a:t>
            </a:r>
            <a:endParaRPr b="1" i="0" sz="1600" u="none" cap="none" strike="noStrike">
              <a:solidFill>
                <a:srgbClr val="F3B7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2" name="Google Shape;8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701" y="124900"/>
            <a:ext cx="5620590" cy="421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1"/>
          <p:cNvSpPr txBox="1"/>
          <p:nvPr/>
        </p:nvSpPr>
        <p:spPr>
          <a:xfrm>
            <a:off x="0" y="4433400"/>
            <a:ext cx="9144000" cy="7101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rgbClr val="F3B757"/>
                </a:solidFill>
                <a:latin typeface="Calibri"/>
                <a:ea typeface="Calibri"/>
                <a:cs typeface="Calibri"/>
                <a:sym typeface="Calibri"/>
              </a:rPr>
              <a:t>Assess your knowledge using real-time audio responses.</a:t>
            </a:r>
            <a:endParaRPr b="1" i="0" sz="1600" u="none" cap="none" strike="noStrike">
              <a:solidFill>
                <a:srgbClr val="F3B7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8" name="Google Shape;8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050" y="143225"/>
            <a:ext cx="5504801" cy="41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2"/>
          <p:cNvSpPr txBox="1"/>
          <p:nvPr/>
        </p:nvSpPr>
        <p:spPr>
          <a:xfrm>
            <a:off x="-30450" y="4317925"/>
            <a:ext cx="9174600" cy="8256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3B757"/>
                </a:solidFill>
                <a:latin typeface="Calibri"/>
                <a:ea typeface="Calibri"/>
                <a:cs typeface="Calibri"/>
                <a:sym typeface="Calibri"/>
              </a:rPr>
              <a:t>Use a Bluetooth-connected app and hardware to visually trace and comprehend figure geometry in real time.</a:t>
            </a:r>
            <a:endParaRPr b="1" i="0" sz="1800" u="none" cap="none" strike="noStrike">
              <a:solidFill>
                <a:srgbClr val="F3B7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4" name="Google Shape;8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700" y="-189425"/>
            <a:ext cx="6626299" cy="484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3"/>
          <p:cNvSpPr txBox="1"/>
          <p:nvPr/>
        </p:nvSpPr>
        <p:spPr>
          <a:xfrm>
            <a:off x="-30450" y="4317925"/>
            <a:ext cx="9174600" cy="8256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3B757"/>
                </a:solidFill>
                <a:latin typeface="Calibri"/>
                <a:ea typeface="Calibri"/>
                <a:cs typeface="Calibri"/>
                <a:sym typeface="Calibri"/>
              </a:rPr>
              <a:t>Use a Bluetooth-connected app and hardware to visually trace and comprehend figure geometry in real time.</a:t>
            </a:r>
            <a:endParaRPr b="1" i="0" sz="1800" u="none" cap="none" strike="noStrike">
              <a:solidFill>
                <a:srgbClr val="F3B7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0" name="Google Shape;8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94700" y="-189425"/>
            <a:ext cx="6626299" cy="484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13" title="1689419140636031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6575" y="1224462"/>
            <a:ext cx="4328198" cy="228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4"/>
          <p:cNvSpPr txBox="1"/>
          <p:nvPr/>
        </p:nvSpPr>
        <p:spPr>
          <a:xfrm>
            <a:off x="0" y="4396800"/>
            <a:ext cx="9144000" cy="746700"/>
          </a:xfrm>
          <a:prstGeom prst="rect">
            <a:avLst/>
          </a:prstGeom>
          <a:solidFill>
            <a:srgbClr val="134F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F3B757"/>
                </a:solidFill>
                <a:latin typeface="Calibri"/>
                <a:ea typeface="Calibri"/>
                <a:cs typeface="Calibri"/>
                <a:sym typeface="Calibri"/>
              </a:rPr>
              <a:t>24X7 Round the Clock Tutor Support via call.</a:t>
            </a:r>
            <a:endParaRPr b="1" i="0" sz="1800" u="none" cap="none" strike="noStrike">
              <a:solidFill>
                <a:srgbClr val="F3B7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7" name="Google Shape;8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827" y="-354200"/>
            <a:ext cx="6142351" cy="46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5"/>
          <p:cNvSpPr/>
          <p:nvPr/>
        </p:nvSpPr>
        <p:spPr>
          <a:xfrm>
            <a:off x="960683" y="676275"/>
            <a:ext cx="34398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" name="Google Shape;873;p15"/>
          <p:cNvCxnSpPr/>
          <p:nvPr/>
        </p:nvCxnSpPr>
        <p:spPr>
          <a:xfrm>
            <a:off x="1057275" y="1368773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C1BEBB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74" name="Google Shape;874;p15"/>
          <p:cNvPicPr preferRelativeResize="0"/>
          <p:nvPr/>
        </p:nvPicPr>
        <p:blipFill rotWithShape="1">
          <a:blip r:embed="rId3">
            <a:alphaModFix amt="90000"/>
          </a:blip>
          <a:srcRect b="0" l="27136" r="33205" t="19846"/>
          <a:stretch/>
        </p:blipFill>
        <p:spPr>
          <a:xfrm>
            <a:off x="0" y="2209800"/>
            <a:ext cx="20838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15"/>
          <p:cNvSpPr/>
          <p:nvPr/>
        </p:nvSpPr>
        <p:spPr>
          <a:xfrm>
            <a:off x="2083800" y="3496850"/>
            <a:ext cx="2083800" cy="1646700"/>
          </a:xfrm>
          <a:prstGeom prst="rect">
            <a:avLst/>
          </a:prstGeom>
          <a:solidFill>
            <a:srgbClr val="FFD453">
              <a:alpha val="5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15"/>
          <p:cNvSpPr txBox="1"/>
          <p:nvPr/>
        </p:nvSpPr>
        <p:spPr>
          <a:xfrm>
            <a:off x="3696700" y="2002400"/>
            <a:ext cx="2429700" cy="18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$75 Million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Dollars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20% of our initial market</a:t>
            </a:r>
            <a:endParaRPr b="0" i="1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coverage.</a:t>
            </a:r>
            <a:endParaRPr b="0" i="1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5"/>
          <p:cNvSpPr txBox="1"/>
          <p:nvPr/>
        </p:nvSpPr>
        <p:spPr>
          <a:xfrm>
            <a:off x="5974000" y="1956575"/>
            <a:ext cx="2154600" cy="18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$13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Dollars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Average software subscription costing per month.</a:t>
            </a:r>
            <a:endParaRPr b="0" i="1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1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GB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One time hardware purchasing and free maintenance services @ INR 14,500.</a:t>
            </a:r>
            <a:endParaRPr b="0" i="1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5"/>
          <p:cNvSpPr txBox="1"/>
          <p:nvPr/>
        </p:nvSpPr>
        <p:spPr>
          <a:xfrm>
            <a:off x="3696700" y="1189975"/>
            <a:ext cx="50610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GB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 majorly generate our revenue from the software subscriptions.</a:t>
            </a:r>
            <a:endParaRPr b="0" i="1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6"/>
          <p:cNvSpPr/>
          <p:nvPr/>
        </p:nvSpPr>
        <p:spPr>
          <a:xfrm>
            <a:off x="960674" y="523875"/>
            <a:ext cx="4001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Evolution of Idea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16"/>
          <p:cNvCxnSpPr/>
          <p:nvPr/>
        </p:nvCxnSpPr>
        <p:spPr>
          <a:xfrm>
            <a:off x="1057275" y="1216373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C1BEB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5" name="Google Shape;885;p16"/>
          <p:cNvSpPr/>
          <p:nvPr/>
        </p:nvSpPr>
        <p:spPr>
          <a:xfrm>
            <a:off x="791550" y="3790225"/>
            <a:ext cx="1917300" cy="1353300"/>
          </a:xfrm>
          <a:prstGeom prst="rect">
            <a:avLst/>
          </a:prstGeom>
          <a:solidFill>
            <a:srgbClr val="FFE599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16"/>
          <p:cNvSpPr/>
          <p:nvPr/>
        </p:nvSpPr>
        <p:spPr>
          <a:xfrm>
            <a:off x="2708775" y="3396000"/>
            <a:ext cx="1917300" cy="1747500"/>
          </a:xfrm>
          <a:prstGeom prst="rect">
            <a:avLst/>
          </a:prstGeom>
          <a:solidFill>
            <a:srgbClr val="FFD453">
              <a:alpha val="5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16"/>
          <p:cNvSpPr/>
          <p:nvPr/>
        </p:nvSpPr>
        <p:spPr>
          <a:xfrm>
            <a:off x="4613775" y="2800050"/>
            <a:ext cx="1917300" cy="2343600"/>
          </a:xfrm>
          <a:prstGeom prst="rect">
            <a:avLst/>
          </a:prstGeom>
          <a:solidFill>
            <a:srgbClr val="FFC61A">
              <a:alpha val="7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6"/>
          <p:cNvSpPr/>
          <p:nvPr/>
        </p:nvSpPr>
        <p:spPr>
          <a:xfrm>
            <a:off x="6518775" y="2231600"/>
            <a:ext cx="1917300" cy="2911500"/>
          </a:xfrm>
          <a:prstGeom prst="rect">
            <a:avLst/>
          </a:prstGeom>
          <a:solidFill>
            <a:srgbClr val="FFC000">
              <a:alpha val="8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9" name="Google Shape;8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3723" y="3848238"/>
            <a:ext cx="1547400" cy="11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6000" y="3848262"/>
            <a:ext cx="2197375" cy="123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3723" y="3302575"/>
            <a:ext cx="1733524" cy="16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8325" y="4023723"/>
            <a:ext cx="1623750" cy="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16"/>
          <p:cNvSpPr txBox="1"/>
          <p:nvPr/>
        </p:nvSpPr>
        <p:spPr>
          <a:xfrm>
            <a:off x="627225" y="2730025"/>
            <a:ext cx="19173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Researched the problem, its solution and market need.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a concept feasibility model.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6"/>
          <p:cNvSpPr txBox="1"/>
          <p:nvPr/>
        </p:nvSpPr>
        <p:spPr>
          <a:xfrm>
            <a:off x="2480175" y="1897950"/>
            <a:ext cx="19173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a basic UI functional android application.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Implemented the feasibility model and built a functional LED prototype.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6"/>
          <p:cNvSpPr txBox="1"/>
          <p:nvPr/>
        </p:nvSpPr>
        <p:spPr>
          <a:xfrm>
            <a:off x="4461375" y="1551800"/>
            <a:ext cx="19173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Improvised the user experience of the mobile application.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Built the fully-functional market ready hardware.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6"/>
          <p:cNvSpPr txBox="1"/>
          <p:nvPr/>
        </p:nvSpPr>
        <p:spPr>
          <a:xfrm>
            <a:off x="6360050" y="981075"/>
            <a:ext cx="19173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is still work in-progress. 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n-GB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team is working to achieve this hardware design appearance.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7"/>
          <p:cNvSpPr/>
          <p:nvPr/>
        </p:nvSpPr>
        <p:spPr>
          <a:xfrm>
            <a:off x="951525" y="2101925"/>
            <a:ext cx="27453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Competitor</a:t>
            </a:r>
            <a:endParaRPr b="0" i="0" sz="11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2" name="Google Shape;902;p17"/>
          <p:cNvCxnSpPr/>
          <p:nvPr/>
        </p:nvCxnSpPr>
        <p:spPr>
          <a:xfrm>
            <a:off x="1048125" y="2794423"/>
            <a:ext cx="8094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3" name="Google Shape;903;p17"/>
          <p:cNvSpPr/>
          <p:nvPr/>
        </p:nvSpPr>
        <p:spPr>
          <a:xfrm>
            <a:off x="951523" y="1232263"/>
            <a:ext cx="722700" cy="7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GB" sz="45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1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8"/>
          <p:cNvSpPr/>
          <p:nvPr/>
        </p:nvSpPr>
        <p:spPr>
          <a:xfrm>
            <a:off x="4530675" y="2124550"/>
            <a:ext cx="4155000" cy="301800"/>
          </a:xfrm>
          <a:prstGeom prst="flowChartAlternateProcess">
            <a:avLst/>
          </a:prstGeom>
          <a:solidFill>
            <a:srgbClr val="B1FFB1">
              <a:alpha val="76078"/>
            </a:srgbClr>
          </a:solidFill>
          <a:ln cap="flat" cmpd="sng" w="9525">
            <a:solidFill>
              <a:srgbClr val="91F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9" name="Google Shape;9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7725" y="2212175"/>
            <a:ext cx="214175" cy="2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2250" y="2212175"/>
            <a:ext cx="214175" cy="2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7363" y="2212175"/>
            <a:ext cx="214175" cy="21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5438" y="2613288"/>
            <a:ext cx="238750" cy="23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5075" y="3089313"/>
            <a:ext cx="238751" cy="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9950" y="2613288"/>
            <a:ext cx="238751" cy="23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5075" y="2613288"/>
            <a:ext cx="238751" cy="238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5088" y="3479625"/>
            <a:ext cx="238751" cy="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9938" y="3486438"/>
            <a:ext cx="238751" cy="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9938" y="3068650"/>
            <a:ext cx="238751" cy="23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9" name="Google Shape;919;p18"/>
          <p:cNvGraphicFramePr/>
          <p:nvPr/>
        </p:nvGraphicFramePr>
        <p:xfrm>
          <a:off x="4591575" y="1057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{F83F0BC9-93B6-42CB-B559-9E623591DCF6}</a:tableStyleId>
              </a:tblPr>
              <a:tblGrid>
                <a:gridCol w="1008300"/>
                <a:gridCol w="1008300"/>
                <a:gridCol w="1008300"/>
                <a:gridCol w="1008300"/>
              </a:tblGrid>
              <a:tr h="987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F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in one system for educational resources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F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Providing STEM education to visually impaired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F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Cost-effective</a:t>
                      </a:r>
                      <a:endParaRPr sz="11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F5C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E-DRISHTI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BlindPad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Tactile Braille Pro by PCT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BlisCare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20" name="Google Shape;92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5438" y="3089313"/>
            <a:ext cx="238750" cy="2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5450" y="3479625"/>
            <a:ext cx="238750" cy="238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2" name="Google Shape;922;p18"/>
          <p:cNvGrpSpPr/>
          <p:nvPr/>
        </p:nvGrpSpPr>
        <p:grpSpPr>
          <a:xfrm>
            <a:off x="618359" y="609086"/>
            <a:ext cx="3420335" cy="3420335"/>
            <a:chOff x="533000" y="453050"/>
            <a:chExt cx="3008475" cy="3008475"/>
          </a:xfrm>
        </p:grpSpPr>
        <p:grpSp>
          <p:nvGrpSpPr>
            <p:cNvPr id="923" name="Google Shape;923;p18"/>
            <p:cNvGrpSpPr/>
            <p:nvPr/>
          </p:nvGrpSpPr>
          <p:grpSpPr>
            <a:xfrm>
              <a:off x="2037225" y="453050"/>
              <a:ext cx="25" cy="3008475"/>
              <a:chOff x="2037225" y="453050"/>
              <a:chExt cx="25" cy="3008475"/>
            </a:xfrm>
          </p:grpSpPr>
          <p:cxnSp>
            <p:nvCxnSpPr>
              <p:cNvPr id="924" name="Google Shape;924;p18"/>
              <p:cNvCxnSpPr/>
              <p:nvPr/>
            </p:nvCxnSpPr>
            <p:spPr>
              <a:xfrm rot="10800000">
                <a:off x="2037225" y="453050"/>
                <a:ext cx="0" cy="1558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888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25" name="Google Shape;925;p18"/>
              <p:cNvCxnSpPr/>
              <p:nvPr/>
            </p:nvCxnSpPr>
            <p:spPr>
              <a:xfrm>
                <a:off x="2037250" y="2003825"/>
                <a:ext cx="0" cy="1457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888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926" name="Google Shape;926;p18"/>
            <p:cNvGrpSpPr/>
            <p:nvPr/>
          </p:nvGrpSpPr>
          <p:grpSpPr>
            <a:xfrm rot="5400000">
              <a:off x="2037225" y="453050"/>
              <a:ext cx="25" cy="3008475"/>
              <a:chOff x="2037225" y="453050"/>
              <a:chExt cx="25" cy="3008475"/>
            </a:xfrm>
          </p:grpSpPr>
          <p:cxnSp>
            <p:nvCxnSpPr>
              <p:cNvPr id="927" name="Google Shape;927;p18"/>
              <p:cNvCxnSpPr/>
              <p:nvPr/>
            </p:nvCxnSpPr>
            <p:spPr>
              <a:xfrm rot="10800000">
                <a:off x="2037225" y="453050"/>
                <a:ext cx="0" cy="1558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888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928" name="Google Shape;928;p18"/>
              <p:cNvCxnSpPr/>
              <p:nvPr/>
            </p:nvCxnSpPr>
            <p:spPr>
              <a:xfrm>
                <a:off x="2037250" y="2003825"/>
                <a:ext cx="0" cy="1457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8888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sp>
        <p:nvSpPr>
          <p:cNvPr id="929" name="Google Shape;929;p18"/>
          <p:cNvSpPr txBox="1"/>
          <p:nvPr/>
        </p:nvSpPr>
        <p:spPr>
          <a:xfrm>
            <a:off x="3274975" y="2309100"/>
            <a:ext cx="8619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Affordable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18"/>
          <p:cNvSpPr txBox="1"/>
          <p:nvPr/>
        </p:nvSpPr>
        <p:spPr>
          <a:xfrm>
            <a:off x="456800" y="2309100"/>
            <a:ext cx="9846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Non- Affordable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8"/>
          <p:cNvSpPr txBox="1"/>
          <p:nvPr/>
        </p:nvSpPr>
        <p:spPr>
          <a:xfrm>
            <a:off x="2504825" y="507925"/>
            <a:ext cx="1302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24X7 Tutor Support, Provides STEM education</a:t>
            </a:r>
            <a:endParaRPr b="0" i="0" sz="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2" name="Google Shape;9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4825" y="1143300"/>
            <a:ext cx="1237200" cy="12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5825" y="2682000"/>
            <a:ext cx="660574" cy="660574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18"/>
          <p:cNvSpPr txBox="1"/>
          <p:nvPr/>
        </p:nvSpPr>
        <p:spPr>
          <a:xfrm>
            <a:off x="1202925" y="3265425"/>
            <a:ext cx="984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BlindPad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5" name="Google Shape;935;p18"/>
          <p:cNvSpPr txBox="1"/>
          <p:nvPr/>
        </p:nvSpPr>
        <p:spPr>
          <a:xfrm>
            <a:off x="1395450" y="2571750"/>
            <a:ext cx="984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BlisCare</a:t>
            </a:r>
            <a:endParaRPr b="1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9"/>
          <p:cNvSpPr/>
          <p:nvPr/>
        </p:nvSpPr>
        <p:spPr>
          <a:xfrm>
            <a:off x="960675" y="676275"/>
            <a:ext cx="5138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Competitive Advantage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1" name="Google Shape;941;p19"/>
          <p:cNvCxnSpPr/>
          <p:nvPr/>
        </p:nvCxnSpPr>
        <p:spPr>
          <a:xfrm>
            <a:off x="1057275" y="1368773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F3B75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2" name="Google Shape;942;p19"/>
          <p:cNvSpPr txBox="1"/>
          <p:nvPr/>
        </p:nvSpPr>
        <p:spPr>
          <a:xfrm>
            <a:off x="189875" y="2990175"/>
            <a:ext cx="14211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to Market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3230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To provide STEM education to visually impaired individuals.</a:t>
            </a:r>
            <a:endParaRPr b="0" i="1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9"/>
          <p:cNvSpPr txBox="1"/>
          <p:nvPr/>
        </p:nvSpPr>
        <p:spPr>
          <a:xfrm>
            <a:off x="7345275" y="3031425"/>
            <a:ext cx="1611000" cy="12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Use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Eliminates the use of complex braille for concept explanation. App can be operated using read-aloud Talkback feature.</a:t>
            </a:r>
            <a:endParaRPr b="0" i="1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9"/>
          <p:cNvSpPr txBox="1"/>
          <p:nvPr/>
        </p:nvSpPr>
        <p:spPr>
          <a:xfrm>
            <a:off x="3772075" y="3031425"/>
            <a:ext cx="15312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24X7 support from Blind Tutors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Clarify doubts on call with round the clock tutor support.</a:t>
            </a:r>
            <a:endParaRPr b="0" i="1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9"/>
          <p:cNvSpPr txBox="1"/>
          <p:nvPr/>
        </p:nvSpPr>
        <p:spPr>
          <a:xfrm>
            <a:off x="5558675" y="3031425"/>
            <a:ext cx="15312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Affordable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Eliminates the need of costly tools, braille books, interpreters, etc.</a:t>
            </a:r>
            <a:endParaRPr b="0" i="1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9"/>
          <p:cNvSpPr txBox="1"/>
          <p:nvPr/>
        </p:nvSpPr>
        <p:spPr>
          <a:xfrm>
            <a:off x="1866375" y="2990175"/>
            <a:ext cx="16503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All-In-One STEM education software embedded system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GB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Covers all educational app features like quiz, study material, practice, etc.</a:t>
            </a:r>
            <a:endParaRPr b="0" i="1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7" name="Google Shape;947;p19"/>
          <p:cNvGrpSpPr/>
          <p:nvPr/>
        </p:nvGrpSpPr>
        <p:grpSpPr>
          <a:xfrm>
            <a:off x="5874103" y="2091661"/>
            <a:ext cx="771980" cy="771980"/>
            <a:chOff x="1492675" y="2620775"/>
            <a:chExt cx="481825" cy="481825"/>
          </a:xfrm>
        </p:grpSpPr>
        <p:sp>
          <p:nvSpPr>
            <p:cNvPr id="948" name="Google Shape;948;p19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1492675" y="2734675"/>
              <a:ext cx="481825" cy="367925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0" name="Google Shape;950;p19"/>
          <p:cNvGrpSpPr/>
          <p:nvPr/>
        </p:nvGrpSpPr>
        <p:grpSpPr>
          <a:xfrm>
            <a:off x="7819740" y="2216681"/>
            <a:ext cx="537619" cy="655330"/>
            <a:chOff x="3907325" y="2620775"/>
            <a:chExt cx="395250" cy="481825"/>
          </a:xfrm>
        </p:grpSpPr>
        <p:sp>
          <p:nvSpPr>
            <p:cNvPr id="951" name="Google Shape;951;p19"/>
            <p:cNvSpPr/>
            <p:nvPr/>
          </p:nvSpPr>
          <p:spPr>
            <a:xfrm>
              <a:off x="3907325" y="3016975"/>
              <a:ext cx="74550" cy="56475"/>
            </a:xfrm>
            <a:custGeom>
              <a:rect b="b" l="l" r="r" t="t"/>
              <a:pathLst>
                <a:path extrusionOk="0" h="2259" w="2982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3907325" y="2705450"/>
              <a:ext cx="282325" cy="283325"/>
            </a:xfrm>
            <a:custGeom>
              <a:rect b="b" l="l" r="r" t="t"/>
              <a:pathLst>
                <a:path extrusionOk="0" h="11333" w="11293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3907325" y="2620775"/>
              <a:ext cx="282325" cy="56475"/>
            </a:xfrm>
            <a:custGeom>
              <a:rect b="b" l="l" r="r" t="t"/>
              <a:pathLst>
                <a:path extrusionOk="0" h="2259" w="11293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3992025" y="2762900"/>
              <a:ext cx="310550" cy="339700"/>
            </a:xfrm>
            <a:custGeom>
              <a:rect b="b" l="l" r="r" t="t"/>
              <a:pathLst>
                <a:path extrusionOk="0" h="13588" w="12422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5" name="Google Shape;955;p19"/>
          <p:cNvGrpSpPr/>
          <p:nvPr/>
        </p:nvGrpSpPr>
        <p:grpSpPr>
          <a:xfrm>
            <a:off x="4194111" y="2198140"/>
            <a:ext cx="687126" cy="692386"/>
            <a:chOff x="-31809525" y="3192625"/>
            <a:chExt cx="290650" cy="292875"/>
          </a:xfrm>
        </p:grpSpPr>
        <p:sp>
          <p:nvSpPr>
            <p:cNvPr id="956" name="Google Shape;956;p19"/>
            <p:cNvSpPr/>
            <p:nvPr/>
          </p:nvSpPr>
          <p:spPr>
            <a:xfrm>
              <a:off x="-31767775" y="3192625"/>
              <a:ext cx="204800" cy="153600"/>
            </a:xfrm>
            <a:custGeom>
              <a:rect b="b" l="l" r="r" t="t"/>
              <a:pathLst>
                <a:path extrusionOk="0" h="6144" w="8192">
                  <a:moveTo>
                    <a:pt x="4096" y="0"/>
                  </a:moveTo>
                  <a:cubicBezTo>
                    <a:pt x="2206" y="0"/>
                    <a:pt x="662" y="1544"/>
                    <a:pt x="662" y="3434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442"/>
                  </a:cubicBezTo>
                  <a:lnTo>
                    <a:pt x="0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35" y="6144"/>
                    <a:pt x="1261" y="6112"/>
                    <a:pt x="1387" y="6081"/>
                  </a:cubicBezTo>
                  <a:lnTo>
                    <a:pt x="1387" y="3403"/>
                  </a:lnTo>
                  <a:cubicBezTo>
                    <a:pt x="1387" y="1891"/>
                    <a:pt x="2584" y="630"/>
                    <a:pt x="4096" y="630"/>
                  </a:cubicBezTo>
                  <a:cubicBezTo>
                    <a:pt x="5577" y="630"/>
                    <a:pt x="6806" y="1891"/>
                    <a:pt x="6806" y="3403"/>
                  </a:cubicBezTo>
                  <a:lnTo>
                    <a:pt x="6806" y="6081"/>
                  </a:lnTo>
                  <a:cubicBezTo>
                    <a:pt x="6932" y="6112"/>
                    <a:pt x="7058" y="6144"/>
                    <a:pt x="7152" y="6144"/>
                  </a:cubicBezTo>
                  <a:cubicBezTo>
                    <a:pt x="7719" y="6144"/>
                    <a:pt x="8192" y="5671"/>
                    <a:pt x="8192" y="5136"/>
                  </a:cubicBezTo>
                  <a:lnTo>
                    <a:pt x="8192" y="4442"/>
                  </a:lnTo>
                  <a:cubicBezTo>
                    <a:pt x="8192" y="4033"/>
                    <a:pt x="7908" y="3623"/>
                    <a:pt x="7530" y="3497"/>
                  </a:cubicBezTo>
                  <a:lnTo>
                    <a:pt x="7530" y="3434"/>
                  </a:lnTo>
                  <a:cubicBezTo>
                    <a:pt x="7467" y="1576"/>
                    <a:pt x="5986" y="0"/>
                    <a:pt x="4096" y="0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9"/>
            <p:cNvSpPr/>
            <p:nvPr/>
          </p:nvSpPr>
          <p:spPr>
            <a:xfrm>
              <a:off x="-31715000" y="3244600"/>
              <a:ext cx="101625" cy="52450"/>
            </a:xfrm>
            <a:custGeom>
              <a:rect b="b" l="l" r="r" t="t"/>
              <a:pathLst>
                <a:path extrusionOk="0" h="2098" w="4065">
                  <a:moveTo>
                    <a:pt x="1702" y="1"/>
                  </a:moveTo>
                  <a:cubicBezTo>
                    <a:pt x="756" y="1"/>
                    <a:pt x="0" y="757"/>
                    <a:pt x="0" y="1702"/>
                  </a:cubicBezTo>
                  <a:lnTo>
                    <a:pt x="0" y="2080"/>
                  </a:lnTo>
                  <a:lnTo>
                    <a:pt x="1229" y="2080"/>
                  </a:lnTo>
                  <a:cubicBezTo>
                    <a:pt x="1418" y="2080"/>
                    <a:pt x="1765" y="2080"/>
                    <a:pt x="1891" y="1985"/>
                  </a:cubicBezTo>
                  <a:cubicBezTo>
                    <a:pt x="1922" y="1954"/>
                    <a:pt x="1985" y="1828"/>
                    <a:pt x="1985" y="1765"/>
                  </a:cubicBezTo>
                  <a:cubicBezTo>
                    <a:pt x="1985" y="1544"/>
                    <a:pt x="2143" y="1387"/>
                    <a:pt x="2332" y="1387"/>
                  </a:cubicBezTo>
                  <a:cubicBezTo>
                    <a:pt x="2521" y="1387"/>
                    <a:pt x="2678" y="1544"/>
                    <a:pt x="2678" y="1765"/>
                  </a:cubicBezTo>
                  <a:cubicBezTo>
                    <a:pt x="2678" y="1828"/>
                    <a:pt x="2678" y="1954"/>
                    <a:pt x="2773" y="1985"/>
                  </a:cubicBezTo>
                  <a:cubicBezTo>
                    <a:pt x="2836" y="2069"/>
                    <a:pt x="3025" y="2097"/>
                    <a:pt x="3237" y="2097"/>
                  </a:cubicBezTo>
                  <a:cubicBezTo>
                    <a:pt x="3343" y="2097"/>
                    <a:pt x="3455" y="2090"/>
                    <a:pt x="3560" y="2080"/>
                  </a:cubicBezTo>
                  <a:lnTo>
                    <a:pt x="4064" y="2080"/>
                  </a:lnTo>
                  <a:lnTo>
                    <a:pt x="4064" y="1702"/>
                  </a:lnTo>
                  <a:cubicBezTo>
                    <a:pt x="4064" y="757"/>
                    <a:pt x="3308" y="1"/>
                    <a:pt x="2363" y="1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9"/>
            <p:cNvSpPr/>
            <p:nvPr/>
          </p:nvSpPr>
          <p:spPr>
            <a:xfrm>
              <a:off x="-31716575" y="3308400"/>
              <a:ext cx="102400" cy="73275"/>
            </a:xfrm>
            <a:custGeom>
              <a:rect b="b" l="l" r="r" t="t"/>
              <a:pathLst>
                <a:path extrusionOk="0" h="2931" w="4096">
                  <a:moveTo>
                    <a:pt x="2395" y="1"/>
                  </a:moveTo>
                  <a:cubicBezTo>
                    <a:pt x="2080" y="221"/>
                    <a:pt x="1639" y="221"/>
                    <a:pt x="1197" y="221"/>
                  </a:cubicBezTo>
                  <a:lnTo>
                    <a:pt x="0" y="221"/>
                  </a:lnTo>
                  <a:lnTo>
                    <a:pt x="0" y="883"/>
                  </a:lnTo>
                  <a:cubicBezTo>
                    <a:pt x="0" y="2048"/>
                    <a:pt x="914" y="2930"/>
                    <a:pt x="2048" y="2930"/>
                  </a:cubicBezTo>
                  <a:cubicBezTo>
                    <a:pt x="3182" y="2930"/>
                    <a:pt x="4096" y="2048"/>
                    <a:pt x="4096" y="883"/>
                  </a:cubicBezTo>
                  <a:lnTo>
                    <a:pt x="4096" y="221"/>
                  </a:lnTo>
                  <a:lnTo>
                    <a:pt x="3403" y="221"/>
                  </a:lnTo>
                  <a:cubicBezTo>
                    <a:pt x="3025" y="221"/>
                    <a:pt x="2678" y="190"/>
                    <a:pt x="2395" y="1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-31809525" y="3386375"/>
              <a:ext cx="290650" cy="99125"/>
            </a:xfrm>
            <a:custGeom>
              <a:rect b="b" l="l" r="r" t="t"/>
              <a:pathLst>
                <a:path extrusionOk="0" h="3965" w="11626">
                  <a:moveTo>
                    <a:pt x="2092" y="0"/>
                  </a:moveTo>
                  <a:cubicBezTo>
                    <a:pt x="1962" y="0"/>
                    <a:pt x="1828" y="63"/>
                    <a:pt x="1765" y="190"/>
                  </a:cubicBezTo>
                  <a:lnTo>
                    <a:pt x="1355" y="1072"/>
                  </a:lnTo>
                  <a:lnTo>
                    <a:pt x="316" y="1229"/>
                  </a:lnTo>
                  <a:cubicBezTo>
                    <a:pt x="190" y="1229"/>
                    <a:pt x="95" y="1355"/>
                    <a:pt x="64" y="1481"/>
                  </a:cubicBezTo>
                  <a:cubicBezTo>
                    <a:pt x="1" y="1607"/>
                    <a:pt x="64" y="1765"/>
                    <a:pt x="127" y="1828"/>
                  </a:cubicBezTo>
                  <a:lnTo>
                    <a:pt x="883" y="2552"/>
                  </a:lnTo>
                  <a:lnTo>
                    <a:pt x="725" y="3561"/>
                  </a:lnTo>
                  <a:cubicBezTo>
                    <a:pt x="694" y="3687"/>
                    <a:pt x="757" y="3844"/>
                    <a:pt x="851" y="3876"/>
                  </a:cubicBezTo>
                  <a:cubicBezTo>
                    <a:pt x="903" y="3928"/>
                    <a:pt x="965" y="3951"/>
                    <a:pt x="1031" y="3951"/>
                  </a:cubicBezTo>
                  <a:cubicBezTo>
                    <a:pt x="1085" y="3951"/>
                    <a:pt x="1141" y="3935"/>
                    <a:pt x="1198" y="3907"/>
                  </a:cubicBezTo>
                  <a:lnTo>
                    <a:pt x="2112" y="3435"/>
                  </a:lnTo>
                  <a:lnTo>
                    <a:pt x="2994" y="3907"/>
                  </a:lnTo>
                  <a:cubicBezTo>
                    <a:pt x="3046" y="3947"/>
                    <a:pt x="3099" y="3964"/>
                    <a:pt x="3152" y="3964"/>
                  </a:cubicBezTo>
                  <a:cubicBezTo>
                    <a:pt x="3225" y="3964"/>
                    <a:pt x="3298" y="3930"/>
                    <a:pt x="3372" y="3876"/>
                  </a:cubicBezTo>
                  <a:cubicBezTo>
                    <a:pt x="3466" y="3813"/>
                    <a:pt x="3529" y="3687"/>
                    <a:pt x="3466" y="3561"/>
                  </a:cubicBezTo>
                  <a:lnTo>
                    <a:pt x="3309" y="2552"/>
                  </a:lnTo>
                  <a:lnTo>
                    <a:pt x="4002" y="1891"/>
                  </a:lnTo>
                  <a:lnTo>
                    <a:pt x="4663" y="2552"/>
                  </a:lnTo>
                  <a:lnTo>
                    <a:pt x="4506" y="3561"/>
                  </a:lnTo>
                  <a:cubicBezTo>
                    <a:pt x="4474" y="3687"/>
                    <a:pt x="4537" y="3844"/>
                    <a:pt x="4632" y="3876"/>
                  </a:cubicBezTo>
                  <a:cubicBezTo>
                    <a:pt x="4684" y="3928"/>
                    <a:pt x="4746" y="3951"/>
                    <a:pt x="4811" y="3951"/>
                  </a:cubicBezTo>
                  <a:cubicBezTo>
                    <a:pt x="4865" y="3951"/>
                    <a:pt x="4922" y="3935"/>
                    <a:pt x="4978" y="3907"/>
                  </a:cubicBezTo>
                  <a:lnTo>
                    <a:pt x="5892" y="3435"/>
                  </a:lnTo>
                  <a:lnTo>
                    <a:pt x="6774" y="3907"/>
                  </a:lnTo>
                  <a:cubicBezTo>
                    <a:pt x="6827" y="3947"/>
                    <a:pt x="6880" y="3964"/>
                    <a:pt x="6933" y="3964"/>
                  </a:cubicBezTo>
                  <a:cubicBezTo>
                    <a:pt x="7006" y="3964"/>
                    <a:pt x="7079" y="3930"/>
                    <a:pt x="7152" y="3876"/>
                  </a:cubicBezTo>
                  <a:cubicBezTo>
                    <a:pt x="7247" y="3813"/>
                    <a:pt x="7310" y="3687"/>
                    <a:pt x="7247" y="3561"/>
                  </a:cubicBezTo>
                  <a:lnTo>
                    <a:pt x="7089" y="2552"/>
                  </a:lnTo>
                  <a:lnTo>
                    <a:pt x="7782" y="1891"/>
                  </a:lnTo>
                  <a:lnTo>
                    <a:pt x="8444" y="2552"/>
                  </a:lnTo>
                  <a:lnTo>
                    <a:pt x="8286" y="3561"/>
                  </a:lnTo>
                  <a:cubicBezTo>
                    <a:pt x="8255" y="3687"/>
                    <a:pt x="8318" y="3844"/>
                    <a:pt x="8413" y="3876"/>
                  </a:cubicBezTo>
                  <a:cubicBezTo>
                    <a:pt x="8465" y="3928"/>
                    <a:pt x="8526" y="3951"/>
                    <a:pt x="8592" y="3951"/>
                  </a:cubicBezTo>
                  <a:cubicBezTo>
                    <a:pt x="8646" y="3951"/>
                    <a:pt x="8702" y="3935"/>
                    <a:pt x="8759" y="3907"/>
                  </a:cubicBezTo>
                  <a:lnTo>
                    <a:pt x="9673" y="3435"/>
                  </a:lnTo>
                  <a:lnTo>
                    <a:pt x="10555" y="3907"/>
                  </a:lnTo>
                  <a:cubicBezTo>
                    <a:pt x="10608" y="3947"/>
                    <a:pt x="10660" y="3964"/>
                    <a:pt x="10713" y="3964"/>
                  </a:cubicBezTo>
                  <a:cubicBezTo>
                    <a:pt x="10786" y="3964"/>
                    <a:pt x="10860" y="3930"/>
                    <a:pt x="10933" y="3876"/>
                  </a:cubicBezTo>
                  <a:cubicBezTo>
                    <a:pt x="11027" y="3813"/>
                    <a:pt x="11090" y="3687"/>
                    <a:pt x="11027" y="3561"/>
                  </a:cubicBezTo>
                  <a:lnTo>
                    <a:pt x="10870" y="2552"/>
                  </a:lnTo>
                  <a:lnTo>
                    <a:pt x="11626" y="1828"/>
                  </a:lnTo>
                  <a:cubicBezTo>
                    <a:pt x="11532" y="1702"/>
                    <a:pt x="11595" y="1607"/>
                    <a:pt x="11532" y="1481"/>
                  </a:cubicBezTo>
                  <a:cubicBezTo>
                    <a:pt x="11500" y="1355"/>
                    <a:pt x="11374" y="1292"/>
                    <a:pt x="11279" y="1229"/>
                  </a:cubicBezTo>
                  <a:lnTo>
                    <a:pt x="10240" y="1072"/>
                  </a:lnTo>
                  <a:lnTo>
                    <a:pt x="9799" y="190"/>
                  </a:lnTo>
                  <a:cubicBezTo>
                    <a:pt x="9751" y="63"/>
                    <a:pt x="9625" y="0"/>
                    <a:pt x="9495" y="0"/>
                  </a:cubicBezTo>
                  <a:cubicBezTo>
                    <a:pt x="9366" y="0"/>
                    <a:pt x="9232" y="63"/>
                    <a:pt x="9169" y="190"/>
                  </a:cubicBezTo>
                  <a:lnTo>
                    <a:pt x="8759" y="1072"/>
                  </a:lnTo>
                  <a:lnTo>
                    <a:pt x="7782" y="1229"/>
                  </a:lnTo>
                  <a:cubicBezTo>
                    <a:pt x="7719" y="1229"/>
                    <a:pt x="7688" y="1292"/>
                    <a:pt x="7656" y="1292"/>
                  </a:cubicBezTo>
                  <a:cubicBezTo>
                    <a:pt x="7593" y="1229"/>
                    <a:pt x="7562" y="1229"/>
                    <a:pt x="7530" y="1229"/>
                  </a:cubicBezTo>
                  <a:lnTo>
                    <a:pt x="6554" y="1072"/>
                  </a:lnTo>
                  <a:lnTo>
                    <a:pt x="6113" y="190"/>
                  </a:lnTo>
                  <a:cubicBezTo>
                    <a:pt x="6050" y="63"/>
                    <a:pt x="5924" y="0"/>
                    <a:pt x="5798" y="0"/>
                  </a:cubicBezTo>
                  <a:cubicBezTo>
                    <a:pt x="5672" y="0"/>
                    <a:pt x="5546" y="63"/>
                    <a:pt x="5483" y="190"/>
                  </a:cubicBezTo>
                  <a:lnTo>
                    <a:pt x="5041" y="1072"/>
                  </a:lnTo>
                  <a:lnTo>
                    <a:pt x="4065" y="1229"/>
                  </a:lnTo>
                  <a:cubicBezTo>
                    <a:pt x="4033" y="1229"/>
                    <a:pt x="4002" y="1292"/>
                    <a:pt x="3939" y="1292"/>
                  </a:cubicBezTo>
                  <a:cubicBezTo>
                    <a:pt x="3907" y="1229"/>
                    <a:pt x="3876" y="1229"/>
                    <a:pt x="3813" y="1229"/>
                  </a:cubicBezTo>
                  <a:lnTo>
                    <a:pt x="2836" y="1072"/>
                  </a:lnTo>
                  <a:lnTo>
                    <a:pt x="2395" y="190"/>
                  </a:lnTo>
                  <a:cubicBezTo>
                    <a:pt x="2348" y="63"/>
                    <a:pt x="2222" y="0"/>
                    <a:pt x="2092" y="0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0" name="Google Shape;960;p19"/>
          <p:cNvGrpSpPr/>
          <p:nvPr/>
        </p:nvGrpSpPr>
        <p:grpSpPr>
          <a:xfrm>
            <a:off x="636342" y="2276392"/>
            <a:ext cx="537562" cy="568756"/>
            <a:chOff x="-62148800" y="3377700"/>
            <a:chExt cx="311125" cy="316750"/>
          </a:xfrm>
        </p:grpSpPr>
        <p:sp>
          <p:nvSpPr>
            <p:cNvPr id="961" name="Google Shape;961;p19"/>
            <p:cNvSpPr/>
            <p:nvPr/>
          </p:nvSpPr>
          <p:spPr>
            <a:xfrm>
              <a:off x="-62085775" y="3653375"/>
              <a:ext cx="185875" cy="41075"/>
            </a:xfrm>
            <a:custGeom>
              <a:rect b="b" l="l" r="r" t="t"/>
              <a:pathLst>
                <a:path extrusionOk="0" h="1643" w="7435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19"/>
            <p:cNvSpPr/>
            <p:nvPr/>
          </p:nvSpPr>
          <p:spPr>
            <a:xfrm>
              <a:off x="-62148800" y="3377700"/>
              <a:ext cx="311125" cy="254425"/>
            </a:xfrm>
            <a:custGeom>
              <a:rect b="b" l="l" r="r" t="t"/>
              <a:pathLst>
                <a:path extrusionOk="0" h="10177" w="12445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rgbClr val="F3B7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3" name="Google Shape;963;p19"/>
          <p:cNvSpPr/>
          <p:nvPr/>
        </p:nvSpPr>
        <p:spPr>
          <a:xfrm>
            <a:off x="2412875" y="2276250"/>
            <a:ext cx="537586" cy="568738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rgbClr val="F3B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20"/>
          <p:cNvSpPr/>
          <p:nvPr/>
        </p:nvSpPr>
        <p:spPr>
          <a:xfrm>
            <a:off x="960675" y="676275"/>
            <a:ext cx="5138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Testimonials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" name="Google Shape;969;p20"/>
          <p:cNvCxnSpPr/>
          <p:nvPr/>
        </p:nvCxnSpPr>
        <p:spPr>
          <a:xfrm>
            <a:off x="1057275" y="1368773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C1BEB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0" name="Google Shape;970;p20"/>
          <p:cNvSpPr/>
          <p:nvPr/>
        </p:nvSpPr>
        <p:spPr>
          <a:xfrm>
            <a:off x="4009475" y="1969875"/>
            <a:ext cx="2278800" cy="2278800"/>
          </a:xfrm>
          <a:prstGeom prst="ellipse">
            <a:avLst/>
          </a:prstGeom>
          <a:solidFill>
            <a:srgbClr val="FFD453">
              <a:alpha val="5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0"/>
          <p:cNvSpPr/>
          <p:nvPr/>
        </p:nvSpPr>
        <p:spPr>
          <a:xfrm>
            <a:off x="278300" y="2858025"/>
            <a:ext cx="2189400" cy="2189400"/>
          </a:xfrm>
          <a:prstGeom prst="ellipse">
            <a:avLst/>
          </a:prstGeom>
          <a:solidFill>
            <a:srgbClr val="FFE599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20"/>
          <p:cNvSpPr/>
          <p:nvPr/>
        </p:nvSpPr>
        <p:spPr>
          <a:xfrm>
            <a:off x="6716025" y="543550"/>
            <a:ext cx="2189400" cy="2189400"/>
          </a:xfrm>
          <a:prstGeom prst="ellipse">
            <a:avLst/>
          </a:prstGeom>
          <a:solidFill>
            <a:srgbClr val="FFC61A">
              <a:alpha val="7411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0"/>
          <p:cNvSpPr/>
          <p:nvPr/>
        </p:nvSpPr>
        <p:spPr>
          <a:xfrm>
            <a:off x="6055152" y="1884350"/>
            <a:ext cx="882300" cy="853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3B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4" name="Google Shape;9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0788" y="1965578"/>
            <a:ext cx="691057" cy="691086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20"/>
          <p:cNvSpPr txBox="1"/>
          <p:nvPr/>
        </p:nvSpPr>
        <p:spPr>
          <a:xfrm>
            <a:off x="6918061" y="994567"/>
            <a:ext cx="1653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“E-DRISHTI is introducing new educational and cost-effective techniques to teach visually impaired people. It has a huge market scope.”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</a:t>
            </a:r>
            <a:r>
              <a:rPr b="1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Pranav Desai,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 of VOSAP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6" name="Google Shape;9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2175" y="2991900"/>
            <a:ext cx="882300" cy="859800"/>
          </a:xfrm>
          <a:prstGeom prst="ellipse">
            <a:avLst/>
          </a:prstGeom>
          <a:noFill/>
          <a:ln cap="flat" cmpd="sng" w="9525">
            <a:solidFill>
              <a:srgbClr val="F3B75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7" name="Google Shape;977;p20"/>
          <p:cNvSpPr txBox="1"/>
          <p:nvPr/>
        </p:nvSpPr>
        <p:spPr>
          <a:xfrm>
            <a:off x="4326875" y="2316600"/>
            <a:ext cx="1605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“E-DRISHTI is building a device for helping visually impaired people, thus, giving their life a new direction with lots of career opportunities.”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</a:t>
            </a:r>
            <a:r>
              <a:rPr b="1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K.N. Shashi,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President of Sai Netrheen Sewa Sanstha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0"/>
          <p:cNvSpPr txBox="1"/>
          <p:nvPr/>
        </p:nvSpPr>
        <p:spPr>
          <a:xfrm>
            <a:off x="594550" y="3113950"/>
            <a:ext cx="1501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“It is easy to understand shapes and geometry using the device made by team E-DRISHTI than using braille for STEM and learning shapes.”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 </a:t>
            </a:r>
            <a:r>
              <a:rPr b="1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Dhaninjay,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Visually Impaired person at NGO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9" name="Google Shape;9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60325" y="3391150"/>
            <a:ext cx="1340400" cy="1294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1"/>
          <p:cNvSpPr/>
          <p:nvPr/>
        </p:nvSpPr>
        <p:spPr>
          <a:xfrm>
            <a:off x="960675" y="676275"/>
            <a:ext cx="5138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Achievements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5" name="Google Shape;985;p21"/>
          <p:cNvCxnSpPr/>
          <p:nvPr/>
        </p:nvCxnSpPr>
        <p:spPr>
          <a:xfrm>
            <a:off x="1057275" y="1368773"/>
            <a:ext cx="1057200" cy="0"/>
          </a:xfrm>
          <a:prstGeom prst="straightConnector1">
            <a:avLst/>
          </a:prstGeom>
          <a:noFill/>
          <a:ln cap="flat" cmpd="sng" w="38100">
            <a:solidFill>
              <a:srgbClr val="F3B75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6" name="Google Shape;986;p21"/>
          <p:cNvSpPr txBox="1"/>
          <p:nvPr/>
        </p:nvSpPr>
        <p:spPr>
          <a:xfrm>
            <a:off x="1319075" y="3603475"/>
            <a:ext cx="25764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Got the idea patented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1"/>
          <p:cNvSpPr txBox="1"/>
          <p:nvPr/>
        </p:nvSpPr>
        <p:spPr>
          <a:xfrm>
            <a:off x="5240138" y="3603475"/>
            <a:ext cx="2576400" cy="1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Successfully published research paper and the idea was awarded “Best Research Paper Award 2023” by Scopus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8" name="Google Shape;9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925" y="1960175"/>
            <a:ext cx="1690689" cy="152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9539" y="1673475"/>
            <a:ext cx="1777600" cy="17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4" name="Google Shape;994;p22"/>
          <p:cNvGrpSpPr/>
          <p:nvPr/>
        </p:nvGrpSpPr>
        <p:grpSpPr>
          <a:xfrm>
            <a:off x="720000" y="642750"/>
            <a:ext cx="946808" cy="698699"/>
            <a:chOff x="720000" y="642750"/>
            <a:chExt cx="946808" cy="698699"/>
          </a:xfrm>
        </p:grpSpPr>
        <p:sp>
          <p:nvSpPr>
            <p:cNvPr id="995" name="Google Shape;995;p22"/>
            <p:cNvSpPr/>
            <p:nvPr/>
          </p:nvSpPr>
          <p:spPr>
            <a:xfrm>
              <a:off x="720000" y="882170"/>
              <a:ext cx="454570" cy="211167"/>
            </a:xfrm>
            <a:custGeom>
              <a:rect b="b" l="l" r="r" t="t"/>
              <a:pathLst>
                <a:path extrusionOk="0" h="583" w="1255">
                  <a:moveTo>
                    <a:pt x="1206" y="50"/>
                  </a:moveTo>
                  <a:lnTo>
                    <a:pt x="1206" y="534"/>
                  </a:lnTo>
                  <a:lnTo>
                    <a:pt x="49" y="534"/>
                  </a:lnTo>
                  <a:lnTo>
                    <a:pt x="49" y="50"/>
                  </a:lnTo>
                  <a:close/>
                  <a:moveTo>
                    <a:pt x="37" y="1"/>
                  </a:moveTo>
                  <a:cubicBezTo>
                    <a:pt x="12" y="1"/>
                    <a:pt x="0" y="13"/>
                    <a:pt x="0" y="37"/>
                  </a:cubicBezTo>
                  <a:lnTo>
                    <a:pt x="0" y="546"/>
                  </a:lnTo>
                  <a:cubicBezTo>
                    <a:pt x="0" y="570"/>
                    <a:pt x="12" y="582"/>
                    <a:pt x="37" y="582"/>
                  </a:cubicBezTo>
                  <a:lnTo>
                    <a:pt x="1218" y="582"/>
                  </a:lnTo>
                  <a:cubicBezTo>
                    <a:pt x="1230" y="582"/>
                    <a:pt x="1255" y="570"/>
                    <a:pt x="1255" y="546"/>
                  </a:cubicBezTo>
                  <a:lnTo>
                    <a:pt x="1255" y="37"/>
                  </a:lnTo>
                  <a:cubicBezTo>
                    <a:pt x="1255" y="13"/>
                    <a:pt x="1230" y="1"/>
                    <a:pt x="121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2"/>
            <p:cNvSpPr/>
            <p:nvPr/>
          </p:nvSpPr>
          <p:spPr>
            <a:xfrm>
              <a:off x="1211875" y="882170"/>
              <a:ext cx="454933" cy="211167"/>
            </a:xfrm>
            <a:custGeom>
              <a:rect b="b" l="l" r="r" t="t"/>
              <a:pathLst>
                <a:path extrusionOk="0" h="583" w="1256">
                  <a:moveTo>
                    <a:pt x="1203" y="50"/>
                  </a:moveTo>
                  <a:lnTo>
                    <a:pt x="1203" y="534"/>
                  </a:lnTo>
                  <a:lnTo>
                    <a:pt x="49" y="534"/>
                  </a:lnTo>
                  <a:lnTo>
                    <a:pt x="49" y="50"/>
                  </a:lnTo>
                  <a:close/>
                  <a:moveTo>
                    <a:pt x="37" y="1"/>
                  </a:moveTo>
                  <a:cubicBezTo>
                    <a:pt x="25" y="1"/>
                    <a:pt x="0" y="13"/>
                    <a:pt x="0" y="37"/>
                  </a:cubicBezTo>
                  <a:lnTo>
                    <a:pt x="0" y="546"/>
                  </a:lnTo>
                  <a:cubicBezTo>
                    <a:pt x="0" y="570"/>
                    <a:pt x="25" y="582"/>
                    <a:pt x="37" y="582"/>
                  </a:cubicBezTo>
                  <a:lnTo>
                    <a:pt x="1218" y="582"/>
                  </a:lnTo>
                  <a:cubicBezTo>
                    <a:pt x="1243" y="582"/>
                    <a:pt x="1255" y="570"/>
                    <a:pt x="1255" y="546"/>
                  </a:cubicBezTo>
                  <a:lnTo>
                    <a:pt x="1255" y="37"/>
                  </a:lnTo>
                  <a:cubicBezTo>
                    <a:pt x="1255" y="13"/>
                    <a:pt x="1243" y="1"/>
                    <a:pt x="121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2"/>
            <p:cNvSpPr/>
            <p:nvPr/>
          </p:nvSpPr>
          <p:spPr>
            <a:xfrm>
              <a:off x="921749" y="642750"/>
              <a:ext cx="456019" cy="212254"/>
            </a:xfrm>
            <a:custGeom>
              <a:rect b="b" l="l" r="r" t="t"/>
              <a:pathLst>
                <a:path extrusionOk="0" h="586" w="1259">
                  <a:moveTo>
                    <a:pt x="1206" y="53"/>
                  </a:moveTo>
                  <a:lnTo>
                    <a:pt x="1206" y="534"/>
                  </a:lnTo>
                  <a:lnTo>
                    <a:pt x="52" y="534"/>
                  </a:lnTo>
                  <a:lnTo>
                    <a:pt x="52" y="53"/>
                  </a:lnTo>
                  <a:close/>
                  <a:moveTo>
                    <a:pt x="40" y="1"/>
                  </a:moveTo>
                  <a:cubicBezTo>
                    <a:pt x="13" y="1"/>
                    <a:pt x="0" y="13"/>
                    <a:pt x="0" y="37"/>
                  </a:cubicBezTo>
                  <a:lnTo>
                    <a:pt x="0" y="546"/>
                  </a:lnTo>
                  <a:cubicBezTo>
                    <a:pt x="0" y="570"/>
                    <a:pt x="13" y="586"/>
                    <a:pt x="40" y="586"/>
                  </a:cubicBezTo>
                  <a:lnTo>
                    <a:pt x="1219" y="586"/>
                  </a:lnTo>
                  <a:cubicBezTo>
                    <a:pt x="1243" y="586"/>
                    <a:pt x="1258" y="570"/>
                    <a:pt x="1258" y="546"/>
                  </a:cubicBezTo>
                  <a:lnTo>
                    <a:pt x="1258" y="37"/>
                  </a:lnTo>
                  <a:cubicBezTo>
                    <a:pt x="1258" y="13"/>
                    <a:pt x="1243" y="1"/>
                    <a:pt x="1219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2"/>
            <p:cNvSpPr/>
            <p:nvPr/>
          </p:nvSpPr>
          <p:spPr>
            <a:xfrm>
              <a:off x="921749" y="1124849"/>
              <a:ext cx="456019" cy="216600"/>
            </a:xfrm>
            <a:custGeom>
              <a:rect b="b" l="l" r="r" t="t"/>
              <a:pathLst>
                <a:path extrusionOk="0" h="598" w="1259">
                  <a:moveTo>
                    <a:pt x="1206" y="53"/>
                  </a:moveTo>
                  <a:lnTo>
                    <a:pt x="1206" y="549"/>
                  </a:lnTo>
                  <a:lnTo>
                    <a:pt x="52" y="549"/>
                  </a:lnTo>
                  <a:lnTo>
                    <a:pt x="52" y="53"/>
                  </a:lnTo>
                  <a:close/>
                  <a:moveTo>
                    <a:pt x="40" y="1"/>
                  </a:moveTo>
                  <a:cubicBezTo>
                    <a:pt x="13" y="1"/>
                    <a:pt x="0" y="16"/>
                    <a:pt x="0" y="40"/>
                  </a:cubicBezTo>
                  <a:lnTo>
                    <a:pt x="0" y="561"/>
                  </a:lnTo>
                  <a:cubicBezTo>
                    <a:pt x="0" y="573"/>
                    <a:pt x="13" y="598"/>
                    <a:pt x="40" y="598"/>
                  </a:cubicBezTo>
                  <a:lnTo>
                    <a:pt x="1219" y="598"/>
                  </a:lnTo>
                  <a:cubicBezTo>
                    <a:pt x="1243" y="598"/>
                    <a:pt x="1258" y="573"/>
                    <a:pt x="1258" y="561"/>
                  </a:cubicBezTo>
                  <a:lnTo>
                    <a:pt x="1258" y="40"/>
                  </a:lnTo>
                  <a:cubicBezTo>
                    <a:pt x="1258" y="16"/>
                    <a:pt x="1243" y="1"/>
                    <a:pt x="1219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9" name="Google Shape;999;p22"/>
          <p:cNvGrpSpPr/>
          <p:nvPr/>
        </p:nvGrpSpPr>
        <p:grpSpPr>
          <a:xfrm>
            <a:off x="8046795" y="4212100"/>
            <a:ext cx="795137" cy="698701"/>
            <a:chOff x="7628870" y="2744450"/>
            <a:chExt cx="795137" cy="698701"/>
          </a:xfrm>
        </p:grpSpPr>
        <p:sp>
          <p:nvSpPr>
            <p:cNvPr id="1000" name="Google Shape;1000;p22"/>
            <p:cNvSpPr/>
            <p:nvPr/>
          </p:nvSpPr>
          <p:spPr>
            <a:xfrm flipH="1">
              <a:off x="8123419" y="2980625"/>
              <a:ext cx="300588" cy="217617"/>
            </a:xfrm>
            <a:custGeom>
              <a:rect b="b" l="l" r="r" t="t"/>
              <a:pathLst>
                <a:path extrusionOk="0" h="598" w="826">
                  <a:moveTo>
                    <a:pt x="777" y="52"/>
                  </a:moveTo>
                  <a:lnTo>
                    <a:pt x="777" y="546"/>
                  </a:lnTo>
                  <a:lnTo>
                    <a:pt x="52" y="546"/>
                  </a:lnTo>
                  <a:lnTo>
                    <a:pt x="52" y="52"/>
                  </a:lnTo>
                  <a:close/>
                  <a:moveTo>
                    <a:pt x="40" y="1"/>
                  </a:moveTo>
                  <a:cubicBezTo>
                    <a:pt x="16" y="1"/>
                    <a:pt x="1" y="25"/>
                    <a:pt x="1" y="37"/>
                  </a:cubicBezTo>
                  <a:lnTo>
                    <a:pt x="1" y="558"/>
                  </a:lnTo>
                  <a:cubicBezTo>
                    <a:pt x="1" y="585"/>
                    <a:pt x="16" y="597"/>
                    <a:pt x="40" y="597"/>
                  </a:cubicBezTo>
                  <a:lnTo>
                    <a:pt x="789" y="597"/>
                  </a:lnTo>
                  <a:cubicBezTo>
                    <a:pt x="802" y="597"/>
                    <a:pt x="826" y="585"/>
                    <a:pt x="826" y="558"/>
                  </a:cubicBezTo>
                  <a:lnTo>
                    <a:pt x="826" y="37"/>
                  </a:lnTo>
                  <a:cubicBezTo>
                    <a:pt x="826" y="25"/>
                    <a:pt x="802" y="1"/>
                    <a:pt x="789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22"/>
            <p:cNvSpPr/>
            <p:nvPr/>
          </p:nvSpPr>
          <p:spPr>
            <a:xfrm flipH="1">
              <a:off x="7628870" y="2980625"/>
              <a:ext cx="457068" cy="217617"/>
            </a:xfrm>
            <a:custGeom>
              <a:rect b="b" l="l" r="r" t="t"/>
              <a:pathLst>
                <a:path extrusionOk="0" h="598" w="1256">
                  <a:moveTo>
                    <a:pt x="1203" y="52"/>
                  </a:moveTo>
                  <a:lnTo>
                    <a:pt x="1203" y="546"/>
                  </a:lnTo>
                  <a:lnTo>
                    <a:pt x="49" y="546"/>
                  </a:lnTo>
                  <a:lnTo>
                    <a:pt x="49" y="52"/>
                  </a:lnTo>
                  <a:close/>
                  <a:moveTo>
                    <a:pt x="37" y="1"/>
                  </a:moveTo>
                  <a:cubicBezTo>
                    <a:pt x="25" y="1"/>
                    <a:pt x="0" y="25"/>
                    <a:pt x="0" y="37"/>
                  </a:cubicBezTo>
                  <a:lnTo>
                    <a:pt x="0" y="558"/>
                  </a:lnTo>
                  <a:cubicBezTo>
                    <a:pt x="0" y="585"/>
                    <a:pt x="25" y="597"/>
                    <a:pt x="37" y="597"/>
                  </a:cubicBezTo>
                  <a:lnTo>
                    <a:pt x="1219" y="597"/>
                  </a:lnTo>
                  <a:cubicBezTo>
                    <a:pt x="1243" y="597"/>
                    <a:pt x="1255" y="585"/>
                    <a:pt x="1255" y="558"/>
                  </a:cubicBezTo>
                  <a:lnTo>
                    <a:pt x="1255" y="37"/>
                  </a:lnTo>
                  <a:cubicBezTo>
                    <a:pt x="1255" y="25"/>
                    <a:pt x="1243" y="1"/>
                    <a:pt x="1219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22"/>
            <p:cNvSpPr/>
            <p:nvPr/>
          </p:nvSpPr>
          <p:spPr>
            <a:xfrm flipH="1">
              <a:off x="7919267" y="2744450"/>
              <a:ext cx="458160" cy="213250"/>
            </a:xfrm>
            <a:custGeom>
              <a:rect b="b" l="l" r="r" t="t"/>
              <a:pathLst>
                <a:path extrusionOk="0" h="586" w="1259">
                  <a:moveTo>
                    <a:pt x="1206" y="53"/>
                  </a:moveTo>
                  <a:lnTo>
                    <a:pt x="1206" y="534"/>
                  </a:lnTo>
                  <a:lnTo>
                    <a:pt x="52" y="534"/>
                  </a:lnTo>
                  <a:lnTo>
                    <a:pt x="52" y="53"/>
                  </a:lnTo>
                  <a:close/>
                  <a:moveTo>
                    <a:pt x="40" y="1"/>
                  </a:moveTo>
                  <a:cubicBezTo>
                    <a:pt x="13" y="1"/>
                    <a:pt x="0" y="16"/>
                    <a:pt x="0" y="40"/>
                  </a:cubicBezTo>
                  <a:lnTo>
                    <a:pt x="0" y="549"/>
                  </a:lnTo>
                  <a:cubicBezTo>
                    <a:pt x="0" y="573"/>
                    <a:pt x="13" y="586"/>
                    <a:pt x="40" y="586"/>
                  </a:cubicBezTo>
                  <a:lnTo>
                    <a:pt x="1219" y="586"/>
                  </a:lnTo>
                  <a:cubicBezTo>
                    <a:pt x="1243" y="586"/>
                    <a:pt x="1258" y="573"/>
                    <a:pt x="1258" y="549"/>
                  </a:cubicBezTo>
                  <a:lnTo>
                    <a:pt x="1258" y="40"/>
                  </a:lnTo>
                  <a:cubicBezTo>
                    <a:pt x="1258" y="16"/>
                    <a:pt x="1243" y="1"/>
                    <a:pt x="1219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2"/>
            <p:cNvSpPr/>
            <p:nvPr/>
          </p:nvSpPr>
          <p:spPr>
            <a:xfrm flipH="1">
              <a:off x="7919267" y="3229901"/>
              <a:ext cx="458160" cy="213250"/>
            </a:xfrm>
            <a:custGeom>
              <a:rect b="b" l="l" r="r" t="t"/>
              <a:pathLst>
                <a:path extrusionOk="0" h="586" w="1259">
                  <a:moveTo>
                    <a:pt x="1206" y="53"/>
                  </a:moveTo>
                  <a:lnTo>
                    <a:pt x="1206" y="534"/>
                  </a:lnTo>
                  <a:lnTo>
                    <a:pt x="52" y="534"/>
                  </a:lnTo>
                  <a:lnTo>
                    <a:pt x="52" y="53"/>
                  </a:lnTo>
                  <a:close/>
                  <a:moveTo>
                    <a:pt x="40" y="1"/>
                  </a:moveTo>
                  <a:cubicBezTo>
                    <a:pt x="13" y="1"/>
                    <a:pt x="0" y="13"/>
                    <a:pt x="0" y="37"/>
                  </a:cubicBezTo>
                  <a:lnTo>
                    <a:pt x="0" y="546"/>
                  </a:lnTo>
                  <a:cubicBezTo>
                    <a:pt x="0" y="570"/>
                    <a:pt x="13" y="585"/>
                    <a:pt x="40" y="585"/>
                  </a:cubicBezTo>
                  <a:lnTo>
                    <a:pt x="1219" y="585"/>
                  </a:lnTo>
                  <a:cubicBezTo>
                    <a:pt x="1243" y="585"/>
                    <a:pt x="1258" y="570"/>
                    <a:pt x="1258" y="546"/>
                  </a:cubicBezTo>
                  <a:lnTo>
                    <a:pt x="1258" y="37"/>
                  </a:lnTo>
                  <a:cubicBezTo>
                    <a:pt x="1258" y="13"/>
                    <a:pt x="1243" y="1"/>
                    <a:pt x="1219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004;p22"/>
          <p:cNvGrpSpPr/>
          <p:nvPr/>
        </p:nvGrpSpPr>
        <p:grpSpPr>
          <a:xfrm>
            <a:off x="262800" y="2381957"/>
            <a:ext cx="795125" cy="2023594"/>
            <a:chOff x="720000" y="2381957"/>
            <a:chExt cx="795125" cy="2023594"/>
          </a:xfrm>
        </p:grpSpPr>
        <p:sp>
          <p:nvSpPr>
            <p:cNvPr id="1005" name="Google Shape;1005;p22"/>
            <p:cNvSpPr/>
            <p:nvPr/>
          </p:nvSpPr>
          <p:spPr>
            <a:xfrm>
              <a:off x="1042582" y="3071678"/>
              <a:ext cx="449883" cy="455488"/>
            </a:xfrm>
            <a:custGeom>
              <a:rect b="b" l="l" r="r" t="t"/>
              <a:pathLst>
                <a:path extrusionOk="0" h="1789" w="1767">
                  <a:moveTo>
                    <a:pt x="1118" y="0"/>
                  </a:moveTo>
                  <a:cubicBezTo>
                    <a:pt x="1030" y="0"/>
                    <a:pt x="929" y="12"/>
                    <a:pt x="853" y="49"/>
                  </a:cubicBezTo>
                  <a:cubicBezTo>
                    <a:pt x="838" y="61"/>
                    <a:pt x="826" y="76"/>
                    <a:pt x="826" y="89"/>
                  </a:cubicBezTo>
                  <a:lnTo>
                    <a:pt x="853" y="153"/>
                  </a:lnTo>
                  <a:cubicBezTo>
                    <a:pt x="853" y="172"/>
                    <a:pt x="827" y="192"/>
                    <a:pt x="804" y="192"/>
                  </a:cubicBezTo>
                  <a:cubicBezTo>
                    <a:pt x="799" y="192"/>
                    <a:pt x="794" y="191"/>
                    <a:pt x="789" y="189"/>
                  </a:cubicBezTo>
                  <a:lnTo>
                    <a:pt x="725" y="153"/>
                  </a:lnTo>
                  <a:cubicBezTo>
                    <a:pt x="713" y="153"/>
                    <a:pt x="701" y="153"/>
                    <a:pt x="686" y="165"/>
                  </a:cubicBezTo>
                  <a:cubicBezTo>
                    <a:pt x="533" y="253"/>
                    <a:pt x="421" y="393"/>
                    <a:pt x="344" y="533"/>
                  </a:cubicBezTo>
                  <a:cubicBezTo>
                    <a:pt x="0" y="1155"/>
                    <a:pt x="140" y="1776"/>
                    <a:pt x="168" y="1788"/>
                  </a:cubicBezTo>
                  <a:cubicBezTo>
                    <a:pt x="168" y="1788"/>
                    <a:pt x="169" y="1789"/>
                    <a:pt x="169" y="1789"/>
                  </a:cubicBezTo>
                  <a:cubicBezTo>
                    <a:pt x="210" y="1789"/>
                    <a:pt x="1008" y="1153"/>
                    <a:pt x="1170" y="1066"/>
                  </a:cubicBezTo>
                  <a:cubicBezTo>
                    <a:pt x="1182" y="1051"/>
                    <a:pt x="1182" y="1039"/>
                    <a:pt x="1182" y="1027"/>
                  </a:cubicBezTo>
                  <a:lnTo>
                    <a:pt x="1158" y="926"/>
                  </a:lnTo>
                  <a:cubicBezTo>
                    <a:pt x="1146" y="906"/>
                    <a:pt x="1165" y="894"/>
                    <a:pt x="1180" y="894"/>
                  </a:cubicBezTo>
                  <a:cubicBezTo>
                    <a:pt x="1186" y="894"/>
                    <a:pt x="1191" y="895"/>
                    <a:pt x="1194" y="899"/>
                  </a:cubicBezTo>
                  <a:lnTo>
                    <a:pt x="1310" y="950"/>
                  </a:lnTo>
                  <a:cubicBezTo>
                    <a:pt x="1322" y="950"/>
                    <a:pt x="1346" y="950"/>
                    <a:pt x="1346" y="938"/>
                  </a:cubicBezTo>
                  <a:cubicBezTo>
                    <a:pt x="1563" y="746"/>
                    <a:pt x="1767" y="457"/>
                    <a:pt x="1651" y="177"/>
                  </a:cubicBezTo>
                  <a:cubicBezTo>
                    <a:pt x="1639" y="165"/>
                    <a:pt x="1639" y="165"/>
                    <a:pt x="1639" y="153"/>
                  </a:cubicBezTo>
                  <a:lnTo>
                    <a:pt x="1627" y="153"/>
                  </a:lnTo>
                  <a:cubicBezTo>
                    <a:pt x="1627" y="153"/>
                    <a:pt x="1614" y="137"/>
                    <a:pt x="1599" y="137"/>
                  </a:cubicBezTo>
                  <a:lnTo>
                    <a:pt x="1563" y="101"/>
                  </a:lnTo>
                  <a:cubicBezTo>
                    <a:pt x="1462" y="0"/>
                    <a:pt x="1270" y="0"/>
                    <a:pt x="1118" y="0"/>
                  </a:cubicBez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2"/>
            <p:cNvSpPr/>
            <p:nvPr/>
          </p:nvSpPr>
          <p:spPr>
            <a:xfrm>
              <a:off x="1046401" y="3098921"/>
              <a:ext cx="403545" cy="547401"/>
            </a:xfrm>
            <a:custGeom>
              <a:rect b="b" l="l" r="r" t="t"/>
              <a:pathLst>
                <a:path extrusionOk="0" h="2150" w="1585">
                  <a:moveTo>
                    <a:pt x="1558" y="1"/>
                  </a:moveTo>
                  <a:cubicBezTo>
                    <a:pt x="1555" y="1"/>
                    <a:pt x="1551" y="2"/>
                    <a:pt x="1548" y="6"/>
                  </a:cubicBezTo>
                  <a:cubicBezTo>
                    <a:pt x="1508" y="18"/>
                    <a:pt x="594" y="426"/>
                    <a:pt x="317" y="1124"/>
                  </a:cubicBezTo>
                  <a:cubicBezTo>
                    <a:pt x="49" y="1821"/>
                    <a:pt x="1" y="2113"/>
                    <a:pt x="1" y="2126"/>
                  </a:cubicBezTo>
                  <a:cubicBezTo>
                    <a:pt x="1" y="2138"/>
                    <a:pt x="13" y="2150"/>
                    <a:pt x="25" y="2150"/>
                  </a:cubicBezTo>
                  <a:cubicBezTo>
                    <a:pt x="37" y="2150"/>
                    <a:pt x="49" y="2138"/>
                    <a:pt x="49" y="2126"/>
                  </a:cubicBezTo>
                  <a:cubicBezTo>
                    <a:pt x="49" y="2126"/>
                    <a:pt x="101" y="1833"/>
                    <a:pt x="366" y="1148"/>
                  </a:cubicBezTo>
                  <a:cubicBezTo>
                    <a:pt x="634" y="463"/>
                    <a:pt x="1560" y="58"/>
                    <a:pt x="1572" y="46"/>
                  </a:cubicBezTo>
                  <a:cubicBezTo>
                    <a:pt x="1584" y="46"/>
                    <a:pt x="1584" y="30"/>
                    <a:pt x="1584" y="18"/>
                  </a:cubicBezTo>
                  <a:cubicBezTo>
                    <a:pt x="1576" y="10"/>
                    <a:pt x="1567" y="1"/>
                    <a:pt x="1558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2"/>
            <p:cNvSpPr/>
            <p:nvPr/>
          </p:nvSpPr>
          <p:spPr>
            <a:xfrm>
              <a:off x="736295" y="2851446"/>
              <a:ext cx="313416" cy="310363"/>
            </a:xfrm>
            <a:custGeom>
              <a:rect b="b" l="l" r="r" t="t"/>
              <a:pathLst>
                <a:path extrusionOk="0" h="1219" w="1231">
                  <a:moveTo>
                    <a:pt x="430" y="0"/>
                  </a:moveTo>
                  <a:cubicBezTo>
                    <a:pt x="329" y="0"/>
                    <a:pt x="201" y="13"/>
                    <a:pt x="125" y="77"/>
                  </a:cubicBezTo>
                  <a:cubicBezTo>
                    <a:pt x="113" y="89"/>
                    <a:pt x="113" y="104"/>
                    <a:pt x="101" y="104"/>
                  </a:cubicBezTo>
                  <a:cubicBezTo>
                    <a:pt x="101" y="116"/>
                    <a:pt x="89" y="116"/>
                    <a:pt x="89" y="116"/>
                  </a:cubicBezTo>
                  <a:lnTo>
                    <a:pt x="77" y="116"/>
                  </a:lnTo>
                  <a:lnTo>
                    <a:pt x="77" y="128"/>
                  </a:lnTo>
                  <a:cubicBezTo>
                    <a:pt x="0" y="332"/>
                    <a:pt x="153" y="521"/>
                    <a:pt x="290" y="661"/>
                  </a:cubicBezTo>
                  <a:lnTo>
                    <a:pt x="329" y="661"/>
                  </a:lnTo>
                  <a:lnTo>
                    <a:pt x="405" y="622"/>
                  </a:lnTo>
                  <a:cubicBezTo>
                    <a:pt x="409" y="618"/>
                    <a:pt x="412" y="617"/>
                    <a:pt x="415" y="617"/>
                  </a:cubicBezTo>
                  <a:cubicBezTo>
                    <a:pt x="423" y="617"/>
                    <a:pt x="430" y="629"/>
                    <a:pt x="430" y="649"/>
                  </a:cubicBezTo>
                  <a:lnTo>
                    <a:pt x="418" y="713"/>
                  </a:lnTo>
                  <a:cubicBezTo>
                    <a:pt x="405" y="725"/>
                    <a:pt x="418" y="737"/>
                    <a:pt x="430" y="737"/>
                  </a:cubicBezTo>
                  <a:cubicBezTo>
                    <a:pt x="544" y="800"/>
                    <a:pt x="1111" y="1219"/>
                    <a:pt x="1141" y="1219"/>
                  </a:cubicBezTo>
                  <a:cubicBezTo>
                    <a:pt x="1142" y="1219"/>
                    <a:pt x="1142" y="1219"/>
                    <a:pt x="1142" y="1219"/>
                  </a:cubicBezTo>
                  <a:cubicBezTo>
                    <a:pt x="1155" y="1206"/>
                    <a:pt x="1231" y="774"/>
                    <a:pt x="990" y="357"/>
                  </a:cubicBezTo>
                  <a:cubicBezTo>
                    <a:pt x="926" y="256"/>
                    <a:pt x="850" y="153"/>
                    <a:pt x="747" y="104"/>
                  </a:cubicBezTo>
                  <a:cubicBezTo>
                    <a:pt x="740" y="96"/>
                    <a:pt x="734" y="92"/>
                    <a:pt x="728" y="92"/>
                  </a:cubicBezTo>
                  <a:cubicBezTo>
                    <a:pt x="722" y="92"/>
                    <a:pt x="716" y="96"/>
                    <a:pt x="710" y="104"/>
                  </a:cubicBezTo>
                  <a:lnTo>
                    <a:pt x="670" y="128"/>
                  </a:lnTo>
                  <a:cubicBezTo>
                    <a:pt x="666" y="131"/>
                    <a:pt x="661" y="132"/>
                    <a:pt x="657" y="132"/>
                  </a:cubicBezTo>
                  <a:cubicBezTo>
                    <a:pt x="638" y="132"/>
                    <a:pt x="624" y="114"/>
                    <a:pt x="634" y="104"/>
                  </a:cubicBezTo>
                  <a:lnTo>
                    <a:pt x="634" y="52"/>
                  </a:lnTo>
                  <a:cubicBezTo>
                    <a:pt x="634" y="40"/>
                    <a:pt x="634" y="40"/>
                    <a:pt x="622" y="28"/>
                  </a:cubicBezTo>
                  <a:cubicBezTo>
                    <a:pt x="570" y="0"/>
                    <a:pt x="494" y="0"/>
                    <a:pt x="430" y="0"/>
                  </a:cubicBez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2"/>
            <p:cNvSpPr/>
            <p:nvPr/>
          </p:nvSpPr>
          <p:spPr>
            <a:xfrm>
              <a:off x="758700" y="2870796"/>
              <a:ext cx="303486" cy="381653"/>
            </a:xfrm>
            <a:custGeom>
              <a:rect b="b" l="l" r="r" t="t"/>
              <a:pathLst>
                <a:path extrusionOk="0" h="1499" w="1192">
                  <a:moveTo>
                    <a:pt x="37" y="1"/>
                  </a:moveTo>
                  <a:cubicBezTo>
                    <a:pt x="25" y="1"/>
                    <a:pt x="13" y="1"/>
                    <a:pt x="13" y="13"/>
                  </a:cubicBezTo>
                  <a:cubicBezTo>
                    <a:pt x="1" y="28"/>
                    <a:pt x="13" y="40"/>
                    <a:pt x="25" y="52"/>
                  </a:cubicBezTo>
                  <a:cubicBezTo>
                    <a:pt x="25" y="52"/>
                    <a:pt x="686" y="317"/>
                    <a:pt x="875" y="774"/>
                  </a:cubicBezTo>
                  <a:cubicBezTo>
                    <a:pt x="1079" y="1246"/>
                    <a:pt x="1143" y="1475"/>
                    <a:pt x="1143" y="1475"/>
                  </a:cubicBezTo>
                  <a:cubicBezTo>
                    <a:pt x="1143" y="1487"/>
                    <a:pt x="1155" y="1499"/>
                    <a:pt x="1167" y="1499"/>
                  </a:cubicBezTo>
                  <a:cubicBezTo>
                    <a:pt x="1179" y="1499"/>
                    <a:pt x="1191" y="1487"/>
                    <a:pt x="1191" y="1459"/>
                  </a:cubicBezTo>
                  <a:cubicBezTo>
                    <a:pt x="1179" y="1459"/>
                    <a:pt x="1131" y="1231"/>
                    <a:pt x="927" y="762"/>
                  </a:cubicBezTo>
                  <a:cubicBezTo>
                    <a:pt x="722" y="281"/>
                    <a:pt x="77" y="13"/>
                    <a:pt x="37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2"/>
            <p:cNvSpPr/>
            <p:nvPr/>
          </p:nvSpPr>
          <p:spPr>
            <a:xfrm>
              <a:off x="732476" y="3329847"/>
              <a:ext cx="314179" cy="313673"/>
            </a:xfrm>
            <a:custGeom>
              <a:rect b="b" l="l" r="r" t="t"/>
              <a:pathLst>
                <a:path extrusionOk="0" h="1232" w="1234">
                  <a:moveTo>
                    <a:pt x="433" y="0"/>
                  </a:moveTo>
                  <a:cubicBezTo>
                    <a:pt x="332" y="13"/>
                    <a:pt x="204" y="13"/>
                    <a:pt x="128" y="89"/>
                  </a:cubicBezTo>
                  <a:cubicBezTo>
                    <a:pt x="116" y="101"/>
                    <a:pt x="116" y="113"/>
                    <a:pt x="104" y="113"/>
                  </a:cubicBezTo>
                  <a:cubicBezTo>
                    <a:pt x="104" y="113"/>
                    <a:pt x="92" y="113"/>
                    <a:pt x="92" y="128"/>
                  </a:cubicBezTo>
                  <a:lnTo>
                    <a:pt x="76" y="128"/>
                  </a:lnTo>
                  <a:lnTo>
                    <a:pt x="76" y="141"/>
                  </a:lnTo>
                  <a:cubicBezTo>
                    <a:pt x="0" y="329"/>
                    <a:pt x="152" y="533"/>
                    <a:pt x="293" y="661"/>
                  </a:cubicBezTo>
                  <a:cubicBezTo>
                    <a:pt x="305" y="673"/>
                    <a:pt x="320" y="673"/>
                    <a:pt x="332" y="673"/>
                  </a:cubicBezTo>
                  <a:lnTo>
                    <a:pt x="408" y="634"/>
                  </a:lnTo>
                  <a:cubicBezTo>
                    <a:pt x="412" y="630"/>
                    <a:pt x="416" y="629"/>
                    <a:pt x="421" y="629"/>
                  </a:cubicBezTo>
                  <a:cubicBezTo>
                    <a:pt x="432" y="629"/>
                    <a:pt x="441" y="637"/>
                    <a:pt x="433" y="646"/>
                  </a:cubicBezTo>
                  <a:lnTo>
                    <a:pt x="420" y="722"/>
                  </a:lnTo>
                  <a:cubicBezTo>
                    <a:pt x="420" y="737"/>
                    <a:pt x="420" y="737"/>
                    <a:pt x="433" y="750"/>
                  </a:cubicBezTo>
                  <a:cubicBezTo>
                    <a:pt x="547" y="798"/>
                    <a:pt x="1114" y="1231"/>
                    <a:pt x="1141" y="1231"/>
                  </a:cubicBezTo>
                  <a:cubicBezTo>
                    <a:pt x="1142" y="1231"/>
                    <a:pt x="1142" y="1231"/>
                    <a:pt x="1142" y="1231"/>
                  </a:cubicBezTo>
                  <a:cubicBezTo>
                    <a:pt x="1157" y="1219"/>
                    <a:pt x="1234" y="774"/>
                    <a:pt x="990" y="357"/>
                  </a:cubicBezTo>
                  <a:cubicBezTo>
                    <a:pt x="929" y="265"/>
                    <a:pt x="853" y="165"/>
                    <a:pt x="749" y="101"/>
                  </a:cubicBezTo>
                  <a:lnTo>
                    <a:pt x="713" y="101"/>
                  </a:lnTo>
                  <a:lnTo>
                    <a:pt x="673" y="128"/>
                  </a:lnTo>
                  <a:cubicBezTo>
                    <a:pt x="667" y="132"/>
                    <a:pt x="660" y="133"/>
                    <a:pt x="655" y="133"/>
                  </a:cubicBezTo>
                  <a:cubicBezTo>
                    <a:pt x="639" y="133"/>
                    <a:pt x="628" y="121"/>
                    <a:pt x="637" y="101"/>
                  </a:cubicBezTo>
                  <a:lnTo>
                    <a:pt x="637" y="64"/>
                  </a:lnTo>
                  <a:cubicBezTo>
                    <a:pt x="637" y="52"/>
                    <a:pt x="637" y="37"/>
                    <a:pt x="624" y="37"/>
                  </a:cubicBezTo>
                  <a:cubicBezTo>
                    <a:pt x="573" y="13"/>
                    <a:pt x="497" y="0"/>
                    <a:pt x="433" y="0"/>
                  </a:cubicBezTo>
                  <a:close/>
                </a:path>
              </a:pathLst>
            </a:custGeom>
            <a:solidFill>
              <a:srgbClr val="F9B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2"/>
            <p:cNvSpPr/>
            <p:nvPr/>
          </p:nvSpPr>
          <p:spPr>
            <a:xfrm>
              <a:off x="755644" y="3350979"/>
              <a:ext cx="303486" cy="383181"/>
            </a:xfrm>
            <a:custGeom>
              <a:rect b="b" l="l" r="r" t="t"/>
              <a:pathLst>
                <a:path extrusionOk="0" h="1505" w="1192">
                  <a:moveTo>
                    <a:pt x="27" y="1"/>
                  </a:moveTo>
                  <a:cubicBezTo>
                    <a:pt x="19" y="1"/>
                    <a:pt x="13" y="9"/>
                    <a:pt x="13" y="18"/>
                  </a:cubicBezTo>
                  <a:cubicBezTo>
                    <a:pt x="1" y="30"/>
                    <a:pt x="13" y="45"/>
                    <a:pt x="25" y="45"/>
                  </a:cubicBezTo>
                  <a:cubicBezTo>
                    <a:pt x="25" y="58"/>
                    <a:pt x="686" y="322"/>
                    <a:pt x="875" y="779"/>
                  </a:cubicBezTo>
                  <a:cubicBezTo>
                    <a:pt x="1079" y="1248"/>
                    <a:pt x="1143" y="1477"/>
                    <a:pt x="1143" y="1477"/>
                  </a:cubicBezTo>
                  <a:cubicBezTo>
                    <a:pt x="1143" y="1492"/>
                    <a:pt x="1155" y="1504"/>
                    <a:pt x="1167" y="1504"/>
                  </a:cubicBezTo>
                  <a:cubicBezTo>
                    <a:pt x="1179" y="1492"/>
                    <a:pt x="1191" y="1477"/>
                    <a:pt x="1191" y="1465"/>
                  </a:cubicBezTo>
                  <a:cubicBezTo>
                    <a:pt x="1179" y="1452"/>
                    <a:pt x="1127" y="1236"/>
                    <a:pt x="926" y="755"/>
                  </a:cubicBezTo>
                  <a:cubicBezTo>
                    <a:pt x="722" y="274"/>
                    <a:pt x="77" y="18"/>
                    <a:pt x="37" y="6"/>
                  </a:cubicBezTo>
                  <a:cubicBezTo>
                    <a:pt x="34" y="2"/>
                    <a:pt x="30" y="1"/>
                    <a:pt x="27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2"/>
            <p:cNvSpPr/>
            <p:nvPr/>
          </p:nvSpPr>
          <p:spPr>
            <a:xfrm>
              <a:off x="720000" y="2381957"/>
              <a:ext cx="435879" cy="531106"/>
            </a:xfrm>
            <a:custGeom>
              <a:rect b="b" l="l" r="r" t="t"/>
              <a:pathLst>
                <a:path extrusionOk="0" h="2086" w="1712">
                  <a:moveTo>
                    <a:pt x="494" y="1"/>
                  </a:moveTo>
                  <a:cubicBezTo>
                    <a:pt x="412" y="1"/>
                    <a:pt x="333" y="14"/>
                    <a:pt x="265" y="57"/>
                  </a:cubicBezTo>
                  <a:cubicBezTo>
                    <a:pt x="253" y="69"/>
                    <a:pt x="241" y="81"/>
                    <a:pt x="229" y="81"/>
                  </a:cubicBezTo>
                  <a:cubicBezTo>
                    <a:pt x="217" y="81"/>
                    <a:pt x="201" y="93"/>
                    <a:pt x="189" y="93"/>
                  </a:cubicBezTo>
                  <a:cubicBezTo>
                    <a:pt x="177" y="105"/>
                    <a:pt x="177" y="105"/>
                    <a:pt x="177" y="121"/>
                  </a:cubicBezTo>
                  <a:cubicBezTo>
                    <a:pt x="0" y="373"/>
                    <a:pt x="165" y="730"/>
                    <a:pt x="342" y="970"/>
                  </a:cubicBezTo>
                  <a:cubicBezTo>
                    <a:pt x="342" y="979"/>
                    <a:pt x="355" y="988"/>
                    <a:pt x="368" y="988"/>
                  </a:cubicBezTo>
                  <a:cubicBezTo>
                    <a:pt x="373" y="988"/>
                    <a:pt x="378" y="986"/>
                    <a:pt x="381" y="983"/>
                  </a:cubicBezTo>
                  <a:lnTo>
                    <a:pt x="506" y="958"/>
                  </a:lnTo>
                  <a:cubicBezTo>
                    <a:pt x="511" y="955"/>
                    <a:pt x="517" y="954"/>
                    <a:pt x="522" y="954"/>
                  </a:cubicBezTo>
                  <a:cubicBezTo>
                    <a:pt x="542" y="954"/>
                    <a:pt x="555" y="975"/>
                    <a:pt x="546" y="995"/>
                  </a:cubicBezTo>
                  <a:lnTo>
                    <a:pt x="494" y="1095"/>
                  </a:lnTo>
                  <a:cubicBezTo>
                    <a:pt x="494" y="1110"/>
                    <a:pt x="494" y="1123"/>
                    <a:pt x="506" y="1135"/>
                  </a:cubicBezTo>
                  <a:cubicBezTo>
                    <a:pt x="657" y="1262"/>
                    <a:pt x="1382" y="2085"/>
                    <a:pt x="1419" y="2085"/>
                  </a:cubicBezTo>
                  <a:cubicBezTo>
                    <a:pt x="1419" y="2085"/>
                    <a:pt x="1419" y="2085"/>
                    <a:pt x="1420" y="2085"/>
                  </a:cubicBezTo>
                  <a:cubicBezTo>
                    <a:pt x="1447" y="2085"/>
                    <a:pt x="1712" y="1452"/>
                    <a:pt x="1471" y="742"/>
                  </a:cubicBezTo>
                  <a:cubicBezTo>
                    <a:pt x="1407" y="577"/>
                    <a:pt x="1331" y="398"/>
                    <a:pt x="1191" y="285"/>
                  </a:cubicBezTo>
                  <a:cubicBezTo>
                    <a:pt x="1179" y="273"/>
                    <a:pt x="1155" y="273"/>
                    <a:pt x="1142" y="273"/>
                  </a:cubicBezTo>
                  <a:lnTo>
                    <a:pt x="1066" y="297"/>
                  </a:lnTo>
                  <a:cubicBezTo>
                    <a:pt x="1039" y="297"/>
                    <a:pt x="1002" y="273"/>
                    <a:pt x="1015" y="246"/>
                  </a:cubicBezTo>
                  <a:lnTo>
                    <a:pt x="1039" y="182"/>
                  </a:lnTo>
                  <a:cubicBezTo>
                    <a:pt x="1054" y="169"/>
                    <a:pt x="1039" y="145"/>
                    <a:pt x="1027" y="133"/>
                  </a:cubicBezTo>
                  <a:cubicBezTo>
                    <a:pt x="951" y="81"/>
                    <a:pt x="850" y="45"/>
                    <a:pt x="762" y="29"/>
                  </a:cubicBezTo>
                  <a:cubicBezTo>
                    <a:pt x="676" y="17"/>
                    <a:pt x="583" y="1"/>
                    <a:pt x="494" y="1"/>
                  </a:cubicBezTo>
                  <a:close/>
                </a:path>
              </a:pathLst>
            </a:custGeom>
            <a:solidFill>
              <a:srgbClr val="F9B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2"/>
            <p:cNvSpPr/>
            <p:nvPr/>
          </p:nvSpPr>
          <p:spPr>
            <a:xfrm>
              <a:off x="778050" y="2396978"/>
              <a:ext cx="326655" cy="658663"/>
            </a:xfrm>
            <a:custGeom>
              <a:rect b="b" l="l" r="r" t="t"/>
              <a:pathLst>
                <a:path extrusionOk="0" h="2587" w="1283">
                  <a:moveTo>
                    <a:pt x="21" y="1"/>
                  </a:moveTo>
                  <a:cubicBezTo>
                    <a:pt x="16" y="1"/>
                    <a:pt x="13" y="4"/>
                    <a:pt x="13" y="10"/>
                  </a:cubicBezTo>
                  <a:cubicBezTo>
                    <a:pt x="1" y="22"/>
                    <a:pt x="1" y="34"/>
                    <a:pt x="13" y="46"/>
                  </a:cubicBezTo>
                  <a:cubicBezTo>
                    <a:pt x="25" y="46"/>
                    <a:pt x="914" y="671"/>
                    <a:pt x="1067" y="1432"/>
                  </a:cubicBezTo>
                  <a:cubicBezTo>
                    <a:pt x="1219" y="2193"/>
                    <a:pt x="1231" y="2547"/>
                    <a:pt x="1231" y="2559"/>
                  </a:cubicBezTo>
                  <a:cubicBezTo>
                    <a:pt x="1231" y="2574"/>
                    <a:pt x="1243" y="2586"/>
                    <a:pt x="1256" y="2586"/>
                  </a:cubicBezTo>
                  <a:cubicBezTo>
                    <a:pt x="1268" y="2586"/>
                    <a:pt x="1283" y="2574"/>
                    <a:pt x="1283" y="2559"/>
                  </a:cubicBezTo>
                  <a:cubicBezTo>
                    <a:pt x="1283" y="2547"/>
                    <a:pt x="1268" y="2193"/>
                    <a:pt x="1115" y="1417"/>
                  </a:cubicBezTo>
                  <a:cubicBezTo>
                    <a:pt x="963" y="631"/>
                    <a:pt x="50" y="10"/>
                    <a:pt x="37" y="10"/>
                  </a:cubicBezTo>
                  <a:cubicBezTo>
                    <a:pt x="31" y="4"/>
                    <a:pt x="25" y="1"/>
                    <a:pt x="21" y="1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22"/>
            <p:cNvSpPr/>
            <p:nvPr/>
          </p:nvSpPr>
          <p:spPr>
            <a:xfrm>
              <a:off x="1046401" y="2557633"/>
              <a:ext cx="258422" cy="1179585"/>
            </a:xfrm>
            <a:custGeom>
              <a:rect b="b" l="l" r="r" t="t"/>
              <a:pathLst>
                <a:path extrusionOk="0" h="4633" w="1015">
                  <a:moveTo>
                    <a:pt x="990" y="0"/>
                  </a:moveTo>
                  <a:cubicBezTo>
                    <a:pt x="975" y="0"/>
                    <a:pt x="963" y="0"/>
                    <a:pt x="963" y="12"/>
                  </a:cubicBezTo>
                  <a:lnTo>
                    <a:pt x="646" y="621"/>
                  </a:lnTo>
                  <a:cubicBezTo>
                    <a:pt x="229" y="1435"/>
                    <a:pt x="1" y="2348"/>
                    <a:pt x="1" y="3262"/>
                  </a:cubicBezTo>
                  <a:lnTo>
                    <a:pt x="1" y="4608"/>
                  </a:lnTo>
                  <a:cubicBezTo>
                    <a:pt x="1" y="4632"/>
                    <a:pt x="13" y="4632"/>
                    <a:pt x="25" y="4632"/>
                  </a:cubicBezTo>
                  <a:cubicBezTo>
                    <a:pt x="37" y="4632"/>
                    <a:pt x="49" y="4632"/>
                    <a:pt x="49" y="4608"/>
                  </a:cubicBezTo>
                  <a:lnTo>
                    <a:pt x="49" y="3262"/>
                  </a:lnTo>
                  <a:cubicBezTo>
                    <a:pt x="49" y="2360"/>
                    <a:pt x="278" y="1459"/>
                    <a:pt x="686" y="649"/>
                  </a:cubicBezTo>
                  <a:lnTo>
                    <a:pt x="1003" y="40"/>
                  </a:lnTo>
                  <a:cubicBezTo>
                    <a:pt x="1015" y="25"/>
                    <a:pt x="1003" y="12"/>
                    <a:pt x="990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2"/>
            <p:cNvSpPr/>
            <p:nvPr/>
          </p:nvSpPr>
          <p:spPr>
            <a:xfrm>
              <a:off x="1149516" y="2476924"/>
              <a:ext cx="365609" cy="346008"/>
            </a:xfrm>
            <a:custGeom>
              <a:rect b="b" l="l" r="r" t="t"/>
              <a:pathLst>
                <a:path extrusionOk="0" h="1359" w="1436">
                  <a:moveTo>
                    <a:pt x="951" y="0"/>
                  </a:moveTo>
                  <a:cubicBezTo>
                    <a:pt x="875" y="0"/>
                    <a:pt x="799" y="0"/>
                    <a:pt x="738" y="25"/>
                  </a:cubicBezTo>
                  <a:cubicBezTo>
                    <a:pt x="722" y="37"/>
                    <a:pt x="710" y="37"/>
                    <a:pt x="722" y="52"/>
                  </a:cubicBezTo>
                  <a:lnTo>
                    <a:pt x="722" y="101"/>
                  </a:lnTo>
                  <a:cubicBezTo>
                    <a:pt x="733" y="120"/>
                    <a:pt x="716" y="138"/>
                    <a:pt x="697" y="138"/>
                  </a:cubicBezTo>
                  <a:cubicBezTo>
                    <a:pt x="689" y="138"/>
                    <a:pt x="681" y="135"/>
                    <a:pt x="674" y="128"/>
                  </a:cubicBezTo>
                  <a:lnTo>
                    <a:pt x="634" y="101"/>
                  </a:lnTo>
                  <a:cubicBezTo>
                    <a:pt x="626" y="101"/>
                    <a:pt x="618" y="96"/>
                    <a:pt x="610" y="96"/>
                  </a:cubicBezTo>
                  <a:cubicBezTo>
                    <a:pt x="606" y="96"/>
                    <a:pt x="602" y="97"/>
                    <a:pt x="598" y="101"/>
                  </a:cubicBezTo>
                  <a:cubicBezTo>
                    <a:pt x="470" y="165"/>
                    <a:pt x="381" y="265"/>
                    <a:pt x="305" y="381"/>
                  </a:cubicBezTo>
                  <a:cubicBezTo>
                    <a:pt x="1" y="838"/>
                    <a:pt x="65" y="1347"/>
                    <a:pt x="77" y="1359"/>
                  </a:cubicBezTo>
                  <a:cubicBezTo>
                    <a:pt x="77" y="1359"/>
                    <a:pt x="77" y="1359"/>
                    <a:pt x="78" y="1359"/>
                  </a:cubicBezTo>
                  <a:cubicBezTo>
                    <a:pt x="107" y="1359"/>
                    <a:pt x="788" y="913"/>
                    <a:pt x="926" y="850"/>
                  </a:cubicBezTo>
                  <a:cubicBezTo>
                    <a:pt x="939" y="838"/>
                    <a:pt x="939" y="838"/>
                    <a:pt x="939" y="826"/>
                  </a:cubicBezTo>
                  <a:lnTo>
                    <a:pt x="926" y="737"/>
                  </a:lnTo>
                  <a:cubicBezTo>
                    <a:pt x="918" y="727"/>
                    <a:pt x="928" y="717"/>
                    <a:pt x="944" y="717"/>
                  </a:cubicBezTo>
                  <a:cubicBezTo>
                    <a:pt x="951" y="717"/>
                    <a:pt x="958" y="719"/>
                    <a:pt x="966" y="722"/>
                  </a:cubicBezTo>
                  <a:lnTo>
                    <a:pt x="1042" y="762"/>
                  </a:lnTo>
                  <a:cubicBezTo>
                    <a:pt x="1048" y="768"/>
                    <a:pt x="1054" y="771"/>
                    <a:pt x="1060" y="771"/>
                  </a:cubicBezTo>
                  <a:cubicBezTo>
                    <a:pt x="1067" y="771"/>
                    <a:pt x="1073" y="768"/>
                    <a:pt x="1079" y="762"/>
                  </a:cubicBezTo>
                  <a:cubicBezTo>
                    <a:pt x="1255" y="622"/>
                    <a:pt x="1435" y="405"/>
                    <a:pt x="1359" y="177"/>
                  </a:cubicBezTo>
                  <a:lnTo>
                    <a:pt x="1359" y="165"/>
                  </a:lnTo>
                  <a:lnTo>
                    <a:pt x="1347" y="153"/>
                  </a:lnTo>
                  <a:cubicBezTo>
                    <a:pt x="1347" y="153"/>
                    <a:pt x="1331" y="153"/>
                    <a:pt x="1331" y="141"/>
                  </a:cubicBezTo>
                  <a:cubicBezTo>
                    <a:pt x="1319" y="141"/>
                    <a:pt x="1307" y="128"/>
                    <a:pt x="1295" y="113"/>
                  </a:cubicBezTo>
                  <a:cubicBezTo>
                    <a:pt x="1219" y="25"/>
                    <a:pt x="1079" y="13"/>
                    <a:pt x="951" y="0"/>
                  </a:cubicBez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2"/>
            <p:cNvSpPr/>
            <p:nvPr/>
          </p:nvSpPr>
          <p:spPr>
            <a:xfrm>
              <a:off x="1127110" y="2505694"/>
              <a:ext cx="361536" cy="417298"/>
            </a:xfrm>
            <a:custGeom>
              <a:rect b="b" l="l" r="r" t="t"/>
              <a:pathLst>
                <a:path extrusionOk="0" h="1639" w="1420">
                  <a:moveTo>
                    <a:pt x="1383" y="0"/>
                  </a:moveTo>
                  <a:cubicBezTo>
                    <a:pt x="1359" y="15"/>
                    <a:pt x="597" y="280"/>
                    <a:pt x="329" y="813"/>
                  </a:cubicBezTo>
                  <a:cubicBezTo>
                    <a:pt x="76" y="1346"/>
                    <a:pt x="0" y="1599"/>
                    <a:pt x="0" y="1614"/>
                  </a:cubicBezTo>
                  <a:cubicBezTo>
                    <a:pt x="0" y="1626"/>
                    <a:pt x="0" y="1639"/>
                    <a:pt x="12" y="1639"/>
                  </a:cubicBezTo>
                  <a:lnTo>
                    <a:pt x="25" y="1639"/>
                  </a:lnTo>
                  <a:cubicBezTo>
                    <a:pt x="37" y="1639"/>
                    <a:pt x="49" y="1639"/>
                    <a:pt x="49" y="1626"/>
                  </a:cubicBezTo>
                  <a:cubicBezTo>
                    <a:pt x="49" y="1626"/>
                    <a:pt x="125" y="1358"/>
                    <a:pt x="381" y="838"/>
                  </a:cubicBezTo>
                  <a:cubicBezTo>
                    <a:pt x="634" y="320"/>
                    <a:pt x="1395" y="52"/>
                    <a:pt x="1407" y="52"/>
                  </a:cubicBezTo>
                  <a:cubicBezTo>
                    <a:pt x="1419" y="40"/>
                    <a:pt x="1419" y="28"/>
                    <a:pt x="1419" y="15"/>
                  </a:cubicBezTo>
                  <a:cubicBezTo>
                    <a:pt x="1407" y="0"/>
                    <a:pt x="1395" y="0"/>
                    <a:pt x="1383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2"/>
            <p:cNvSpPr/>
            <p:nvPr/>
          </p:nvSpPr>
          <p:spPr>
            <a:xfrm>
              <a:off x="1127110" y="2795179"/>
              <a:ext cx="355425" cy="260461"/>
            </a:xfrm>
            <a:custGeom>
              <a:rect b="b" l="l" r="r" t="t"/>
              <a:pathLst>
                <a:path extrusionOk="0" h="1023" w="1396">
                  <a:moveTo>
                    <a:pt x="913" y="0"/>
                  </a:moveTo>
                  <a:cubicBezTo>
                    <a:pt x="896" y="0"/>
                    <a:pt x="879" y="2"/>
                    <a:pt x="862" y="5"/>
                  </a:cubicBezTo>
                  <a:cubicBezTo>
                    <a:pt x="850" y="5"/>
                    <a:pt x="838" y="20"/>
                    <a:pt x="838" y="20"/>
                  </a:cubicBezTo>
                  <a:lnTo>
                    <a:pt x="838" y="69"/>
                  </a:lnTo>
                  <a:cubicBezTo>
                    <a:pt x="838" y="85"/>
                    <a:pt x="829" y="92"/>
                    <a:pt x="817" y="92"/>
                  </a:cubicBezTo>
                  <a:cubicBezTo>
                    <a:pt x="807" y="92"/>
                    <a:pt x="796" y="88"/>
                    <a:pt x="786" y="81"/>
                  </a:cubicBezTo>
                  <a:lnTo>
                    <a:pt x="749" y="45"/>
                  </a:lnTo>
                  <a:cubicBezTo>
                    <a:pt x="749" y="45"/>
                    <a:pt x="734" y="33"/>
                    <a:pt x="722" y="33"/>
                  </a:cubicBezTo>
                  <a:cubicBezTo>
                    <a:pt x="609" y="69"/>
                    <a:pt x="494" y="133"/>
                    <a:pt x="418" y="221"/>
                  </a:cubicBezTo>
                  <a:cubicBezTo>
                    <a:pt x="49" y="553"/>
                    <a:pt x="0" y="1010"/>
                    <a:pt x="12" y="1022"/>
                  </a:cubicBezTo>
                  <a:cubicBezTo>
                    <a:pt x="13" y="1023"/>
                    <a:pt x="13" y="1023"/>
                    <a:pt x="14" y="1023"/>
                  </a:cubicBezTo>
                  <a:cubicBezTo>
                    <a:pt x="57" y="1023"/>
                    <a:pt x="725" y="781"/>
                    <a:pt x="850" y="754"/>
                  </a:cubicBezTo>
                  <a:cubicBezTo>
                    <a:pt x="862" y="754"/>
                    <a:pt x="874" y="742"/>
                    <a:pt x="874" y="742"/>
                  </a:cubicBezTo>
                  <a:lnTo>
                    <a:pt x="874" y="666"/>
                  </a:lnTo>
                  <a:cubicBezTo>
                    <a:pt x="874" y="652"/>
                    <a:pt x="884" y="646"/>
                    <a:pt x="894" y="646"/>
                  </a:cubicBezTo>
                  <a:cubicBezTo>
                    <a:pt x="901" y="646"/>
                    <a:pt x="909" y="649"/>
                    <a:pt x="914" y="654"/>
                  </a:cubicBezTo>
                  <a:lnTo>
                    <a:pt x="978" y="718"/>
                  </a:lnTo>
                  <a:lnTo>
                    <a:pt x="1002" y="718"/>
                  </a:lnTo>
                  <a:cubicBezTo>
                    <a:pt x="1179" y="629"/>
                    <a:pt x="1395" y="477"/>
                    <a:pt x="1371" y="261"/>
                  </a:cubicBezTo>
                  <a:lnTo>
                    <a:pt x="1371" y="249"/>
                  </a:lnTo>
                  <a:lnTo>
                    <a:pt x="1359" y="234"/>
                  </a:lnTo>
                  <a:cubicBezTo>
                    <a:pt x="1343" y="221"/>
                    <a:pt x="1343" y="209"/>
                    <a:pt x="1331" y="197"/>
                  </a:cubicBezTo>
                  <a:cubicBezTo>
                    <a:pt x="1282" y="109"/>
                    <a:pt x="1155" y="57"/>
                    <a:pt x="1054" y="33"/>
                  </a:cubicBezTo>
                  <a:cubicBezTo>
                    <a:pt x="1007" y="12"/>
                    <a:pt x="960" y="0"/>
                    <a:pt x="913" y="0"/>
                  </a:cubicBezTo>
                  <a:close/>
                </a:path>
              </a:pathLst>
            </a:custGeom>
            <a:solidFill>
              <a:srgbClr val="F9B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2"/>
            <p:cNvSpPr/>
            <p:nvPr/>
          </p:nvSpPr>
          <p:spPr>
            <a:xfrm>
              <a:off x="1072116" y="2845336"/>
              <a:ext cx="400999" cy="291014"/>
            </a:xfrm>
            <a:custGeom>
              <a:rect b="b" l="l" r="r" t="t"/>
              <a:pathLst>
                <a:path extrusionOk="0" h="1143" w="1575">
                  <a:moveTo>
                    <a:pt x="1547" y="0"/>
                  </a:moveTo>
                  <a:cubicBezTo>
                    <a:pt x="1523" y="0"/>
                    <a:pt x="798" y="76"/>
                    <a:pt x="457" y="481"/>
                  </a:cubicBezTo>
                  <a:cubicBezTo>
                    <a:pt x="128" y="889"/>
                    <a:pt x="0" y="1090"/>
                    <a:pt x="0" y="1102"/>
                  </a:cubicBezTo>
                  <a:cubicBezTo>
                    <a:pt x="0" y="1118"/>
                    <a:pt x="0" y="1130"/>
                    <a:pt x="12" y="1142"/>
                  </a:cubicBezTo>
                  <a:lnTo>
                    <a:pt x="24" y="1142"/>
                  </a:lnTo>
                  <a:cubicBezTo>
                    <a:pt x="37" y="1142"/>
                    <a:pt x="37" y="1142"/>
                    <a:pt x="52" y="1130"/>
                  </a:cubicBezTo>
                  <a:cubicBezTo>
                    <a:pt x="52" y="1130"/>
                    <a:pt x="165" y="914"/>
                    <a:pt x="493" y="521"/>
                  </a:cubicBezTo>
                  <a:cubicBezTo>
                    <a:pt x="825" y="128"/>
                    <a:pt x="1547" y="52"/>
                    <a:pt x="1547" y="52"/>
                  </a:cubicBezTo>
                  <a:cubicBezTo>
                    <a:pt x="1559" y="52"/>
                    <a:pt x="1575" y="37"/>
                    <a:pt x="1575" y="24"/>
                  </a:cubicBezTo>
                  <a:cubicBezTo>
                    <a:pt x="1575" y="12"/>
                    <a:pt x="1559" y="0"/>
                    <a:pt x="1547" y="0"/>
                  </a:cubicBezTo>
                  <a:close/>
                </a:path>
              </a:pathLst>
            </a:custGeom>
            <a:solidFill>
              <a:srgbClr val="561A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2"/>
            <p:cNvSpPr/>
            <p:nvPr/>
          </p:nvSpPr>
          <p:spPr>
            <a:xfrm>
              <a:off x="748770" y="3736958"/>
              <a:ext cx="588641" cy="668593"/>
            </a:xfrm>
            <a:custGeom>
              <a:rect b="b" l="l" r="r" t="t"/>
              <a:pathLst>
                <a:path extrusionOk="0" h="2626" w="2312">
                  <a:moveTo>
                    <a:pt x="0" y="0"/>
                  </a:moveTo>
                  <a:lnTo>
                    <a:pt x="356" y="2625"/>
                  </a:lnTo>
                  <a:lnTo>
                    <a:pt x="2056" y="2625"/>
                  </a:lnTo>
                  <a:lnTo>
                    <a:pt x="2312" y="0"/>
                  </a:lnTo>
                  <a:close/>
                </a:path>
              </a:pathLst>
            </a:custGeom>
            <a:solidFill>
              <a:srgbClr val="E2712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22"/>
            <p:cNvSpPr/>
            <p:nvPr/>
          </p:nvSpPr>
          <p:spPr>
            <a:xfrm>
              <a:off x="720000" y="3665669"/>
              <a:ext cx="652292" cy="100060"/>
            </a:xfrm>
            <a:custGeom>
              <a:rect b="b" l="l" r="r" t="t"/>
              <a:pathLst>
                <a:path extrusionOk="0" h="393" w="2562">
                  <a:moveTo>
                    <a:pt x="89" y="0"/>
                  </a:moveTo>
                  <a:cubicBezTo>
                    <a:pt x="37" y="0"/>
                    <a:pt x="0" y="40"/>
                    <a:pt x="0" y="88"/>
                  </a:cubicBezTo>
                  <a:lnTo>
                    <a:pt x="0" y="305"/>
                  </a:lnTo>
                  <a:cubicBezTo>
                    <a:pt x="0" y="356"/>
                    <a:pt x="37" y="393"/>
                    <a:pt x="89" y="393"/>
                  </a:cubicBezTo>
                  <a:lnTo>
                    <a:pt x="2486" y="393"/>
                  </a:lnTo>
                  <a:cubicBezTo>
                    <a:pt x="2525" y="393"/>
                    <a:pt x="2562" y="356"/>
                    <a:pt x="2562" y="305"/>
                  </a:cubicBezTo>
                  <a:lnTo>
                    <a:pt x="2562" y="88"/>
                  </a:lnTo>
                  <a:cubicBezTo>
                    <a:pt x="2562" y="40"/>
                    <a:pt x="2525" y="0"/>
                    <a:pt x="2486" y="0"/>
                  </a:cubicBezTo>
                  <a:close/>
                </a:path>
              </a:pathLst>
            </a:custGeom>
            <a:solidFill>
              <a:srgbClr val="2E2E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0" name="Google Shape;1020;p22"/>
          <p:cNvSpPr/>
          <p:nvPr/>
        </p:nvSpPr>
        <p:spPr>
          <a:xfrm>
            <a:off x="2027475" y="371475"/>
            <a:ext cx="51381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1" name="Google Shape;1021;p22"/>
          <p:cNvCxnSpPr/>
          <p:nvPr/>
        </p:nvCxnSpPr>
        <p:spPr>
          <a:xfrm>
            <a:off x="2124075" y="1063973"/>
            <a:ext cx="10572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22" name="Google Shape;1022;p22"/>
          <p:cNvPicPr preferRelativeResize="0"/>
          <p:nvPr/>
        </p:nvPicPr>
        <p:blipFill rotWithShape="1">
          <a:blip r:embed="rId3">
            <a:alphaModFix/>
          </a:blip>
          <a:srcRect b="60900" l="20958" r="5423" t="13425"/>
          <a:stretch/>
        </p:blipFill>
        <p:spPr>
          <a:xfrm>
            <a:off x="3263988" y="1654100"/>
            <a:ext cx="1288800" cy="1288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3" name="Google Shape;1023;p22"/>
          <p:cNvSpPr txBox="1"/>
          <p:nvPr/>
        </p:nvSpPr>
        <p:spPr>
          <a:xfrm>
            <a:off x="1285800" y="3049450"/>
            <a:ext cx="17160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Ishita Kapoor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&amp; CEO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22"/>
          <p:cNvSpPr txBox="1"/>
          <p:nvPr/>
        </p:nvSpPr>
        <p:spPr>
          <a:xfrm>
            <a:off x="3088238" y="3025900"/>
            <a:ext cx="1716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Adarsh Goyal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Co-Founder &amp; CTO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5" name="Google Shape;1025;p22"/>
          <p:cNvPicPr preferRelativeResize="0"/>
          <p:nvPr/>
        </p:nvPicPr>
        <p:blipFill rotWithShape="1">
          <a:blip r:embed="rId4">
            <a:alphaModFix/>
          </a:blip>
          <a:srcRect b="6528" l="10660" r="7840" t="20033"/>
          <a:stretch/>
        </p:blipFill>
        <p:spPr>
          <a:xfrm>
            <a:off x="1509865" y="1672725"/>
            <a:ext cx="1290600" cy="128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6" name="Google Shape;1026;p22"/>
          <p:cNvPicPr preferRelativeResize="0"/>
          <p:nvPr/>
        </p:nvPicPr>
        <p:blipFill rotWithShape="1">
          <a:blip r:embed="rId5">
            <a:alphaModFix/>
          </a:blip>
          <a:srcRect b="0" l="248" r="247" t="0"/>
          <a:stretch/>
        </p:blipFill>
        <p:spPr>
          <a:xfrm>
            <a:off x="5028175" y="1654088"/>
            <a:ext cx="1288800" cy="1288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7" name="Google Shape;1027;p22"/>
          <p:cNvSpPr txBox="1"/>
          <p:nvPr/>
        </p:nvSpPr>
        <p:spPr>
          <a:xfrm>
            <a:off x="4814500" y="3025900"/>
            <a:ext cx="1716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Ishika Punchariya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Designer Team Lead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Google Shape;1028;p22"/>
          <p:cNvPicPr preferRelativeResize="0"/>
          <p:nvPr/>
        </p:nvPicPr>
        <p:blipFill rotWithShape="1">
          <a:blip r:embed="rId6">
            <a:alphaModFix/>
          </a:blip>
          <a:srcRect b="11684" l="6382" r="0" t="18056"/>
          <a:stretch/>
        </p:blipFill>
        <p:spPr>
          <a:xfrm>
            <a:off x="6792350" y="1672725"/>
            <a:ext cx="1288800" cy="12888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9" name="Google Shape;1029;p22"/>
          <p:cNvSpPr txBox="1"/>
          <p:nvPr/>
        </p:nvSpPr>
        <p:spPr>
          <a:xfrm>
            <a:off x="6578750" y="3025900"/>
            <a:ext cx="1716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Aabhaas Sikka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COO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3"/>
          <p:cNvSpPr/>
          <p:nvPr/>
        </p:nvSpPr>
        <p:spPr>
          <a:xfrm>
            <a:off x="951525" y="2101925"/>
            <a:ext cx="27453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en-GB" sz="4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100" u="none" cap="none" strike="noStrik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p23"/>
          <p:cNvCxnSpPr/>
          <p:nvPr/>
        </p:nvCxnSpPr>
        <p:spPr>
          <a:xfrm>
            <a:off x="1048125" y="2794423"/>
            <a:ext cx="8094600" cy="0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al Life Startup Pitch Deck by Slide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E599"/>
      </a:lt2>
      <a:accent1>
        <a:srgbClr val="F9B345"/>
      </a:accent1>
      <a:accent2>
        <a:srgbClr val="E2712E"/>
      </a:accent2>
      <a:accent3>
        <a:srgbClr val="E16E74"/>
      </a:accent3>
      <a:accent4>
        <a:srgbClr val="9A182D"/>
      </a:accent4>
      <a:accent5>
        <a:srgbClr val="BD60A1"/>
      </a:accent5>
      <a:accent6>
        <a:srgbClr val="561A4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al Life Startup Pitch Deck by Slide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E599"/>
      </a:lt2>
      <a:accent1>
        <a:srgbClr val="F9B345"/>
      </a:accent1>
      <a:accent2>
        <a:srgbClr val="E2712E"/>
      </a:accent2>
      <a:accent3>
        <a:srgbClr val="E16E74"/>
      </a:accent3>
      <a:accent4>
        <a:srgbClr val="9A182D"/>
      </a:accent4>
      <a:accent5>
        <a:srgbClr val="BD60A1"/>
      </a:accent5>
      <a:accent6>
        <a:srgbClr val="561A4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al Life Startup Pitch Deck by Slidego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E599"/>
      </a:lt2>
      <a:accent1>
        <a:srgbClr val="F9B345"/>
      </a:accent1>
      <a:accent2>
        <a:srgbClr val="E2712E"/>
      </a:accent2>
      <a:accent3>
        <a:srgbClr val="E16E74"/>
      </a:accent3>
      <a:accent4>
        <a:srgbClr val="9A182D"/>
      </a:accent4>
      <a:accent5>
        <a:srgbClr val="BD60A1"/>
      </a:accent5>
      <a:accent6>
        <a:srgbClr val="561A4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